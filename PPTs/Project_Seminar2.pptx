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sldIdLst>
    <p:sldId id="319" r:id="rId2"/>
    <p:sldId id="299" r:id="rId3"/>
    <p:sldId id="307" r:id="rId4"/>
    <p:sldId id="317" r:id="rId5"/>
    <p:sldId id="318" r:id="rId6"/>
    <p:sldId id="257" r:id="rId7"/>
    <p:sldId id="289" r:id="rId8"/>
    <p:sldId id="290" r:id="rId9"/>
    <p:sldId id="291" r:id="rId10"/>
    <p:sldId id="292" r:id="rId11"/>
    <p:sldId id="293" r:id="rId12"/>
    <p:sldId id="269" r:id="rId13"/>
    <p:sldId id="294" r:id="rId14"/>
    <p:sldId id="270" r:id="rId15"/>
    <p:sldId id="296" r:id="rId16"/>
    <p:sldId id="295" r:id="rId17"/>
    <p:sldId id="298" r:id="rId18"/>
    <p:sldId id="297" r:id="rId19"/>
    <p:sldId id="275" r:id="rId20"/>
    <p:sldId id="276" r:id="rId21"/>
    <p:sldId id="277" r:id="rId22"/>
    <p:sldId id="278" r:id="rId23"/>
    <p:sldId id="279" r:id="rId24"/>
    <p:sldId id="283" r:id="rId25"/>
    <p:sldId id="281" r:id="rId26"/>
    <p:sldId id="282" r:id="rId27"/>
    <p:sldId id="280" r:id="rId28"/>
    <p:sldId id="287" r:id="rId29"/>
    <p:sldId id="288" r:id="rId30"/>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2B0EDA-BB92-4865-A9F7-E0547CD8DC76}" v="6" dt="2026-09-11T04:28:04.372"/>
  </p1510:revLst>
</p1510:revInfo>
</file>

<file path=ppt/tableStyles.xml><?xml version="1.0" encoding="utf-8"?>
<a:tblStyleLst xmlns:a="http://schemas.openxmlformats.org/drawingml/2006/main" def="{90651C3A-4460-11DB-9652-00E08161165F}">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sh Singh" userId="7e908e124cbe2375" providerId="LiveId" clId="{CDE7A052-A5F3-46EA-8448-2F4298EC6825}"/>
    <pc:docChg chg="undo custSel addSld delSld modSld sldOrd">
      <pc:chgData name="Kalash Singh" userId="7e908e124cbe2375" providerId="LiveId" clId="{CDE7A052-A5F3-46EA-8448-2F4298EC6825}" dt="2026-09-11T04:29:24.674" v="130" actId="1036"/>
      <pc:docMkLst>
        <pc:docMk/>
      </pc:docMkLst>
      <pc:sldChg chg="del">
        <pc:chgData name="Kalash Singh" userId="7e908e124cbe2375" providerId="LiveId" clId="{CDE7A052-A5F3-46EA-8448-2F4298EC6825}" dt="2026-09-11T04:28:09.051" v="114" actId="47"/>
        <pc:sldMkLst>
          <pc:docMk/>
          <pc:sldMk cId="0" sldId="256"/>
        </pc:sldMkLst>
      </pc:sldChg>
      <pc:sldChg chg="modSp add mod ord">
        <pc:chgData name="Kalash Singh" userId="7e908e124cbe2375" providerId="LiveId" clId="{CDE7A052-A5F3-46EA-8448-2F4298EC6825}" dt="2026-09-11T04:26:44.922" v="112" actId="255"/>
        <pc:sldMkLst>
          <pc:docMk/>
          <pc:sldMk cId="0" sldId="299"/>
        </pc:sldMkLst>
        <pc:spChg chg="mod">
          <ac:chgData name="Kalash Singh" userId="7e908e124cbe2375" providerId="LiveId" clId="{CDE7A052-A5F3-46EA-8448-2F4298EC6825}" dt="2026-09-11T04:24:21.391" v="102" actId="1035"/>
          <ac:spMkLst>
            <pc:docMk/>
            <pc:sldMk cId="0" sldId="299"/>
            <ac:spMk id="2" creationId="{00000000-0000-0000-0000-000000000000}"/>
          </ac:spMkLst>
        </pc:spChg>
        <pc:spChg chg="mod">
          <ac:chgData name="Kalash Singh" userId="7e908e124cbe2375" providerId="LiveId" clId="{CDE7A052-A5F3-46EA-8448-2F4298EC6825}" dt="2026-09-11T04:26:44.922" v="112" actId="255"/>
          <ac:spMkLst>
            <pc:docMk/>
            <pc:sldMk cId="0" sldId="299"/>
            <ac:spMk id="8" creationId="{13D6BF0F-FE47-B630-336F-B605245B37BA}"/>
          </ac:spMkLst>
        </pc:spChg>
      </pc:sldChg>
      <pc:sldChg chg="add">
        <pc:chgData name="Kalash Singh" userId="7e908e124cbe2375" providerId="LiveId" clId="{CDE7A052-A5F3-46EA-8448-2F4298EC6825}" dt="2026-09-11T04:20:26.019" v="0"/>
        <pc:sldMkLst>
          <pc:docMk/>
          <pc:sldMk cId="3009969736" sldId="307"/>
        </pc:sldMkLst>
      </pc:sldChg>
      <pc:sldChg chg="add">
        <pc:chgData name="Kalash Singh" userId="7e908e124cbe2375" providerId="LiveId" clId="{CDE7A052-A5F3-46EA-8448-2F4298EC6825}" dt="2026-09-11T04:20:31.900" v="1"/>
        <pc:sldMkLst>
          <pc:docMk/>
          <pc:sldMk cId="2510967887" sldId="317"/>
        </pc:sldMkLst>
      </pc:sldChg>
      <pc:sldChg chg="modSp add mod">
        <pc:chgData name="Kalash Singh" userId="7e908e124cbe2375" providerId="LiveId" clId="{CDE7A052-A5F3-46EA-8448-2F4298EC6825}" dt="2026-09-11T04:25:02.945" v="104" actId="120"/>
        <pc:sldMkLst>
          <pc:docMk/>
          <pc:sldMk cId="1102532984" sldId="318"/>
        </pc:sldMkLst>
        <pc:spChg chg="mod">
          <ac:chgData name="Kalash Singh" userId="7e908e124cbe2375" providerId="LiveId" clId="{CDE7A052-A5F3-46EA-8448-2F4298EC6825}" dt="2026-09-11T04:25:02.945" v="104" actId="120"/>
          <ac:spMkLst>
            <pc:docMk/>
            <pc:sldMk cId="1102532984" sldId="318"/>
            <ac:spMk id="3" creationId="{4E6BE0C6-7F1E-4037-1C6D-64F73B7E4823}"/>
          </ac:spMkLst>
        </pc:spChg>
      </pc:sldChg>
      <pc:sldChg chg="modSp add mod">
        <pc:chgData name="Kalash Singh" userId="7e908e124cbe2375" providerId="LiveId" clId="{CDE7A052-A5F3-46EA-8448-2F4298EC6825}" dt="2026-09-11T04:29:24.674" v="130" actId="1036"/>
        <pc:sldMkLst>
          <pc:docMk/>
          <pc:sldMk cId="0" sldId="319"/>
        </pc:sldMkLst>
        <pc:spChg chg="mod">
          <ac:chgData name="Kalash Singh" userId="7e908e124cbe2375" providerId="LiveId" clId="{CDE7A052-A5F3-46EA-8448-2F4298EC6825}" dt="2026-09-11T04:29:24.674" v="130" actId="1036"/>
          <ac:spMkLst>
            <pc:docMk/>
            <pc:sldMk cId="0" sldId="319"/>
            <ac:spMk id="2" creationId="{00000000-0000-0000-0000-000000000000}"/>
          </ac:spMkLst>
        </pc:spChg>
        <pc:spChg chg="mod">
          <ac:chgData name="Kalash Singh" userId="7e908e124cbe2375" providerId="LiveId" clId="{CDE7A052-A5F3-46EA-8448-2F4298EC6825}" dt="2026-09-11T04:28:41.991" v="126" actId="120"/>
          <ac:spMkLst>
            <pc:docMk/>
            <pc:sldMk cId="0" sldId="319"/>
            <ac:spMk id="13" creationId="{BB822B0E-9ED7-D1EE-720E-9C3E959EE42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FAAA0-F82C-A067-B47C-8CD5366287A4}"/>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1D366012-DF5A-F7CE-0780-FD5328008724}"/>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IN"/>
          </a:p>
        </p:txBody>
      </p:sp>
      <p:sp>
        <p:nvSpPr>
          <p:cNvPr id="4" name="Date Placeholder 3">
            <a:extLst>
              <a:ext uri="{FF2B5EF4-FFF2-40B4-BE49-F238E27FC236}">
                <a16:creationId xmlns:a16="http://schemas.microsoft.com/office/drawing/2014/main" id="{02C90429-EC49-2652-CFC5-F912CCCB698A}"/>
              </a:ext>
            </a:extLst>
          </p:cNvPr>
          <p:cNvSpPr txBox="1">
            <a:spLocks noGrp="1"/>
          </p:cNvSpPr>
          <p:nvPr>
            <p:ph type="dt" sz="half" idx="7"/>
          </p:nvPr>
        </p:nvSpPr>
        <p:spPr/>
        <p:txBody>
          <a:bodyPr/>
          <a:lstStyle>
            <a:lvl1pPr>
              <a:defRPr/>
            </a:lvl1pPr>
          </a:lstStyle>
          <a:p>
            <a:pPr lvl="0"/>
            <a:fld id="{22EE21A3-E3BF-4A36-BCD9-466D5C652993}" type="datetime1">
              <a:rPr lang="en-IN"/>
              <a:pPr lvl="0"/>
              <a:t>11-09-2026</a:t>
            </a:fld>
            <a:endParaRPr lang="en-IN"/>
          </a:p>
        </p:txBody>
      </p:sp>
      <p:sp>
        <p:nvSpPr>
          <p:cNvPr id="5" name="Footer Placeholder 4">
            <a:extLst>
              <a:ext uri="{FF2B5EF4-FFF2-40B4-BE49-F238E27FC236}">
                <a16:creationId xmlns:a16="http://schemas.microsoft.com/office/drawing/2014/main" id="{BC804357-9BA9-5EB1-5F84-C56B7D74BE83}"/>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560E8107-8E55-6915-C2E6-8EA5D3205D69}"/>
              </a:ext>
            </a:extLst>
          </p:cNvPr>
          <p:cNvSpPr txBox="1">
            <a:spLocks noGrp="1"/>
          </p:cNvSpPr>
          <p:nvPr>
            <p:ph type="sldNum" sz="quarter" idx="8"/>
          </p:nvPr>
        </p:nvSpPr>
        <p:spPr/>
        <p:txBody>
          <a:bodyPr/>
          <a:lstStyle>
            <a:lvl1pPr>
              <a:defRPr/>
            </a:lvl1pPr>
          </a:lstStyle>
          <a:p>
            <a:pPr lvl="0"/>
            <a:fld id="{9E4B5316-1B37-4091-B2EE-74BC121E29BE}" type="slidenum">
              <a:t>‹#›</a:t>
            </a:fld>
            <a:endParaRPr lang="en-IN"/>
          </a:p>
        </p:txBody>
      </p:sp>
    </p:spTree>
    <p:extLst>
      <p:ext uri="{BB962C8B-B14F-4D97-AF65-F5344CB8AC3E}">
        <p14:creationId xmlns:p14="http://schemas.microsoft.com/office/powerpoint/2010/main" val="350766743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62AE-72C6-775D-0B16-D724F80EBF8B}"/>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4490BFF1-AEE4-40A3-2183-AAC835E22967}"/>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21A2F9-44AE-B150-6DE4-B223BA45540C}"/>
              </a:ext>
            </a:extLst>
          </p:cNvPr>
          <p:cNvSpPr txBox="1">
            <a:spLocks noGrp="1"/>
          </p:cNvSpPr>
          <p:nvPr>
            <p:ph type="dt" sz="half" idx="7"/>
          </p:nvPr>
        </p:nvSpPr>
        <p:spPr/>
        <p:txBody>
          <a:bodyPr/>
          <a:lstStyle>
            <a:lvl1pPr>
              <a:defRPr/>
            </a:lvl1pPr>
          </a:lstStyle>
          <a:p>
            <a:pPr lvl="0"/>
            <a:fld id="{C41562E8-4080-4C0E-AA09-C5E7EE1378BD}" type="datetime1">
              <a:rPr lang="en-IN"/>
              <a:pPr lvl="0"/>
              <a:t>11-09-2026</a:t>
            </a:fld>
            <a:endParaRPr lang="en-IN"/>
          </a:p>
        </p:txBody>
      </p:sp>
      <p:sp>
        <p:nvSpPr>
          <p:cNvPr id="5" name="Footer Placeholder 4">
            <a:extLst>
              <a:ext uri="{FF2B5EF4-FFF2-40B4-BE49-F238E27FC236}">
                <a16:creationId xmlns:a16="http://schemas.microsoft.com/office/drawing/2014/main" id="{96AB70DF-C5E5-E07D-0C08-FC1076C6D14A}"/>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6541CA34-7972-9DC0-FACD-F99ACC4EFD62}"/>
              </a:ext>
            </a:extLst>
          </p:cNvPr>
          <p:cNvSpPr txBox="1">
            <a:spLocks noGrp="1"/>
          </p:cNvSpPr>
          <p:nvPr>
            <p:ph type="sldNum" sz="quarter" idx="8"/>
          </p:nvPr>
        </p:nvSpPr>
        <p:spPr/>
        <p:txBody>
          <a:bodyPr/>
          <a:lstStyle>
            <a:lvl1pPr>
              <a:defRPr/>
            </a:lvl1pPr>
          </a:lstStyle>
          <a:p>
            <a:pPr lvl="0"/>
            <a:fld id="{375D68AE-32C1-4436-8263-2CF68325413A}" type="slidenum">
              <a:t>‹#›</a:t>
            </a:fld>
            <a:endParaRPr lang="en-IN"/>
          </a:p>
        </p:txBody>
      </p:sp>
    </p:spTree>
    <p:extLst>
      <p:ext uri="{BB962C8B-B14F-4D97-AF65-F5344CB8AC3E}">
        <p14:creationId xmlns:p14="http://schemas.microsoft.com/office/powerpoint/2010/main" val="98598944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F7CDC-12EF-8730-67EA-A9927868F720}"/>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5E3B139B-8735-E743-C11A-0BF633692CBF}"/>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C45D0C63-CE18-6EFD-CA9E-2155F6F3B7C7}"/>
              </a:ext>
            </a:extLst>
          </p:cNvPr>
          <p:cNvSpPr txBox="1">
            <a:spLocks noGrp="1"/>
          </p:cNvSpPr>
          <p:nvPr>
            <p:ph type="dt" sz="half" idx="7"/>
          </p:nvPr>
        </p:nvSpPr>
        <p:spPr/>
        <p:txBody>
          <a:bodyPr/>
          <a:lstStyle>
            <a:lvl1pPr>
              <a:defRPr/>
            </a:lvl1pPr>
          </a:lstStyle>
          <a:p>
            <a:pPr lvl="0"/>
            <a:fld id="{FF1FB873-48B4-44EF-B294-9B6AF6835D78}" type="datetime1">
              <a:rPr lang="en-IN"/>
              <a:pPr lvl="0"/>
              <a:t>11-09-2026</a:t>
            </a:fld>
            <a:endParaRPr lang="en-IN"/>
          </a:p>
        </p:txBody>
      </p:sp>
      <p:sp>
        <p:nvSpPr>
          <p:cNvPr id="5" name="Footer Placeholder 4">
            <a:extLst>
              <a:ext uri="{FF2B5EF4-FFF2-40B4-BE49-F238E27FC236}">
                <a16:creationId xmlns:a16="http://schemas.microsoft.com/office/drawing/2014/main" id="{58D586B1-AB4F-A3BE-0FD0-E494C374AAA1}"/>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1085E88D-A682-2804-29A2-32616D253399}"/>
              </a:ext>
            </a:extLst>
          </p:cNvPr>
          <p:cNvSpPr txBox="1">
            <a:spLocks noGrp="1"/>
          </p:cNvSpPr>
          <p:nvPr>
            <p:ph type="sldNum" sz="quarter" idx="8"/>
          </p:nvPr>
        </p:nvSpPr>
        <p:spPr/>
        <p:txBody>
          <a:bodyPr/>
          <a:lstStyle>
            <a:lvl1pPr>
              <a:defRPr/>
            </a:lvl1pPr>
          </a:lstStyle>
          <a:p>
            <a:pPr lvl="0"/>
            <a:fld id="{E516B5E9-314B-4595-A80A-EDE5711C920D}" type="slidenum">
              <a:t>‹#›</a:t>
            </a:fld>
            <a:endParaRPr lang="en-IN"/>
          </a:p>
        </p:txBody>
      </p:sp>
    </p:spTree>
    <p:extLst>
      <p:ext uri="{BB962C8B-B14F-4D97-AF65-F5344CB8AC3E}">
        <p14:creationId xmlns:p14="http://schemas.microsoft.com/office/powerpoint/2010/main" val="1166422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9DAFE-1E2A-5B9E-A28E-E2B4CAA36D1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9DC0C7EA-4EE9-E8B5-DDF9-61471B671BFD}"/>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25AAEE-BF3A-3CC5-D8ED-E2636F5143AF}"/>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229C7F1-000C-22FE-5E15-3F0A138B3AEB}"/>
              </a:ext>
            </a:extLst>
          </p:cNvPr>
          <p:cNvSpPr txBox="1">
            <a:spLocks noGrp="1"/>
          </p:cNvSpPr>
          <p:nvPr>
            <p:ph type="dt" sz="half" idx="7"/>
          </p:nvPr>
        </p:nvSpPr>
        <p:spPr/>
        <p:txBody>
          <a:bodyPr/>
          <a:lstStyle>
            <a:lvl1pPr>
              <a:defRPr/>
            </a:lvl1pPr>
          </a:lstStyle>
          <a:p>
            <a:pPr lvl="0"/>
            <a:fld id="{8FE8B857-D900-4673-B9D1-5231A1617290}" type="datetime1">
              <a:rPr lang="en-IN"/>
              <a:pPr lvl="0"/>
              <a:t>11-09-2026</a:t>
            </a:fld>
            <a:endParaRPr lang="en-IN"/>
          </a:p>
        </p:txBody>
      </p:sp>
      <p:sp>
        <p:nvSpPr>
          <p:cNvPr id="6" name="Footer Placeholder 5">
            <a:extLst>
              <a:ext uri="{FF2B5EF4-FFF2-40B4-BE49-F238E27FC236}">
                <a16:creationId xmlns:a16="http://schemas.microsoft.com/office/drawing/2014/main" id="{5F9C9170-396B-7776-E108-EB89EF41F808}"/>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12363121-B930-BA9C-41ED-EEF85D43EDEC}"/>
              </a:ext>
            </a:extLst>
          </p:cNvPr>
          <p:cNvSpPr txBox="1">
            <a:spLocks noGrp="1"/>
          </p:cNvSpPr>
          <p:nvPr>
            <p:ph type="sldNum" sz="quarter" idx="8"/>
          </p:nvPr>
        </p:nvSpPr>
        <p:spPr/>
        <p:txBody>
          <a:bodyPr/>
          <a:lstStyle>
            <a:lvl1pPr>
              <a:defRPr/>
            </a:lvl1pPr>
          </a:lstStyle>
          <a:p>
            <a:pPr lvl="0"/>
            <a:fld id="{888F070A-171B-47E6-A791-FF3430DCD6DE}" type="slidenum">
              <a:t>‹#›</a:t>
            </a:fld>
            <a:endParaRPr lang="en-IN"/>
          </a:p>
        </p:txBody>
      </p:sp>
    </p:spTree>
    <p:extLst>
      <p:ext uri="{BB962C8B-B14F-4D97-AF65-F5344CB8AC3E}">
        <p14:creationId xmlns:p14="http://schemas.microsoft.com/office/powerpoint/2010/main" val="565357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972C0-8C6E-4543-67AA-583E5F91920E}"/>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E858D188-6648-6994-EBF0-E445FD7F5325}"/>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FF929B9F-CC57-C493-31EA-16390E166FF1}"/>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5A40A4-2FD8-1301-1935-8AC36A57D00E}"/>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AECF9555-DD6C-B52F-F3ED-1127F07B2253}"/>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16AF5F-1560-D920-F674-767F1F4B3E89}"/>
              </a:ext>
            </a:extLst>
          </p:cNvPr>
          <p:cNvSpPr txBox="1">
            <a:spLocks noGrp="1"/>
          </p:cNvSpPr>
          <p:nvPr>
            <p:ph type="dt" sz="half" idx="7"/>
          </p:nvPr>
        </p:nvSpPr>
        <p:spPr/>
        <p:txBody>
          <a:bodyPr/>
          <a:lstStyle>
            <a:lvl1pPr>
              <a:defRPr/>
            </a:lvl1pPr>
          </a:lstStyle>
          <a:p>
            <a:pPr lvl="0"/>
            <a:fld id="{B545D3C8-1299-4F4A-986D-CD03FFE49C9C}" type="datetime1">
              <a:rPr lang="en-IN"/>
              <a:pPr lvl="0"/>
              <a:t>11-09-2026</a:t>
            </a:fld>
            <a:endParaRPr lang="en-IN"/>
          </a:p>
        </p:txBody>
      </p:sp>
      <p:sp>
        <p:nvSpPr>
          <p:cNvPr id="8" name="Footer Placeholder 7">
            <a:extLst>
              <a:ext uri="{FF2B5EF4-FFF2-40B4-BE49-F238E27FC236}">
                <a16:creationId xmlns:a16="http://schemas.microsoft.com/office/drawing/2014/main" id="{3C8CF680-CDD0-43F9-5F92-C9A005CFB2B3}"/>
              </a:ext>
            </a:extLst>
          </p:cNvPr>
          <p:cNvSpPr txBox="1">
            <a:spLocks noGrp="1"/>
          </p:cNvSpPr>
          <p:nvPr>
            <p:ph type="ftr" sz="quarter" idx="9"/>
          </p:nvPr>
        </p:nvSpPr>
        <p:spPr/>
        <p:txBody>
          <a:bodyPr/>
          <a:lstStyle>
            <a:lvl1pPr>
              <a:defRPr/>
            </a:lvl1pPr>
          </a:lstStyle>
          <a:p>
            <a:pPr lvl="0"/>
            <a:endParaRPr lang="en-IN"/>
          </a:p>
        </p:txBody>
      </p:sp>
      <p:sp>
        <p:nvSpPr>
          <p:cNvPr id="9" name="Slide Number Placeholder 8">
            <a:extLst>
              <a:ext uri="{FF2B5EF4-FFF2-40B4-BE49-F238E27FC236}">
                <a16:creationId xmlns:a16="http://schemas.microsoft.com/office/drawing/2014/main" id="{ED5D9FBD-60C7-5458-2FDA-18205826FF05}"/>
              </a:ext>
            </a:extLst>
          </p:cNvPr>
          <p:cNvSpPr txBox="1">
            <a:spLocks noGrp="1"/>
          </p:cNvSpPr>
          <p:nvPr>
            <p:ph type="sldNum" sz="quarter" idx="8"/>
          </p:nvPr>
        </p:nvSpPr>
        <p:spPr/>
        <p:txBody>
          <a:bodyPr/>
          <a:lstStyle>
            <a:lvl1pPr>
              <a:defRPr/>
            </a:lvl1pPr>
          </a:lstStyle>
          <a:p>
            <a:pPr lvl="0"/>
            <a:fld id="{56B3111B-A549-4FB0-B9DD-AF1DC71B2F88}" type="slidenum">
              <a:t>‹#›</a:t>
            </a:fld>
            <a:endParaRPr lang="en-IN"/>
          </a:p>
        </p:txBody>
      </p:sp>
    </p:spTree>
    <p:extLst>
      <p:ext uri="{BB962C8B-B14F-4D97-AF65-F5344CB8AC3E}">
        <p14:creationId xmlns:p14="http://schemas.microsoft.com/office/powerpoint/2010/main" val="973208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52742-B070-8C00-9B90-9D6FAD63D352}"/>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Date Placeholder 2">
            <a:extLst>
              <a:ext uri="{FF2B5EF4-FFF2-40B4-BE49-F238E27FC236}">
                <a16:creationId xmlns:a16="http://schemas.microsoft.com/office/drawing/2014/main" id="{78DD4357-F4BA-D9F8-4EBC-D744A298662E}"/>
              </a:ext>
            </a:extLst>
          </p:cNvPr>
          <p:cNvSpPr txBox="1">
            <a:spLocks noGrp="1"/>
          </p:cNvSpPr>
          <p:nvPr>
            <p:ph type="dt" sz="half" idx="7"/>
          </p:nvPr>
        </p:nvSpPr>
        <p:spPr/>
        <p:txBody>
          <a:bodyPr/>
          <a:lstStyle>
            <a:lvl1pPr>
              <a:defRPr/>
            </a:lvl1pPr>
          </a:lstStyle>
          <a:p>
            <a:pPr lvl="0"/>
            <a:fld id="{900E7872-AD74-42F0-A922-A696FFAD24B0}" type="datetime1">
              <a:rPr lang="en-IN"/>
              <a:pPr lvl="0"/>
              <a:t>11-09-2026</a:t>
            </a:fld>
            <a:endParaRPr lang="en-IN"/>
          </a:p>
        </p:txBody>
      </p:sp>
      <p:sp>
        <p:nvSpPr>
          <p:cNvPr id="4" name="Footer Placeholder 3">
            <a:extLst>
              <a:ext uri="{FF2B5EF4-FFF2-40B4-BE49-F238E27FC236}">
                <a16:creationId xmlns:a16="http://schemas.microsoft.com/office/drawing/2014/main" id="{2FA6302B-6273-540C-06B2-BBA61F704729}"/>
              </a:ext>
            </a:extLst>
          </p:cNvPr>
          <p:cNvSpPr txBox="1">
            <a:spLocks noGrp="1"/>
          </p:cNvSpPr>
          <p:nvPr>
            <p:ph type="ftr" sz="quarter" idx="9"/>
          </p:nvPr>
        </p:nvSpPr>
        <p:spPr/>
        <p:txBody>
          <a:bodyPr/>
          <a:lstStyle>
            <a:lvl1pPr>
              <a:defRPr/>
            </a:lvl1pPr>
          </a:lstStyle>
          <a:p>
            <a:pPr lvl="0"/>
            <a:endParaRPr lang="en-IN"/>
          </a:p>
        </p:txBody>
      </p:sp>
      <p:sp>
        <p:nvSpPr>
          <p:cNvPr id="5" name="Slide Number Placeholder 4">
            <a:extLst>
              <a:ext uri="{FF2B5EF4-FFF2-40B4-BE49-F238E27FC236}">
                <a16:creationId xmlns:a16="http://schemas.microsoft.com/office/drawing/2014/main" id="{91924DE4-5AD1-7F1B-C971-0D66ECA4CC63}"/>
              </a:ext>
            </a:extLst>
          </p:cNvPr>
          <p:cNvSpPr txBox="1">
            <a:spLocks noGrp="1"/>
          </p:cNvSpPr>
          <p:nvPr>
            <p:ph type="sldNum" sz="quarter" idx="8"/>
          </p:nvPr>
        </p:nvSpPr>
        <p:spPr/>
        <p:txBody>
          <a:bodyPr/>
          <a:lstStyle>
            <a:lvl1pPr>
              <a:defRPr/>
            </a:lvl1pPr>
          </a:lstStyle>
          <a:p>
            <a:pPr lvl="0"/>
            <a:fld id="{4E533E6C-9C80-4638-9612-F456402D45EB}" type="slidenum">
              <a:t>‹#›</a:t>
            </a:fld>
            <a:endParaRPr lang="en-IN"/>
          </a:p>
        </p:txBody>
      </p:sp>
    </p:spTree>
    <p:extLst>
      <p:ext uri="{BB962C8B-B14F-4D97-AF65-F5344CB8AC3E}">
        <p14:creationId xmlns:p14="http://schemas.microsoft.com/office/powerpoint/2010/main" val="3524170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36B886-3B11-068D-C9AC-744C14450C1A}"/>
              </a:ext>
            </a:extLst>
          </p:cNvPr>
          <p:cNvSpPr txBox="1">
            <a:spLocks noGrp="1"/>
          </p:cNvSpPr>
          <p:nvPr>
            <p:ph type="dt" sz="half" idx="7"/>
          </p:nvPr>
        </p:nvSpPr>
        <p:spPr/>
        <p:txBody>
          <a:bodyPr/>
          <a:lstStyle>
            <a:lvl1pPr>
              <a:defRPr/>
            </a:lvl1pPr>
          </a:lstStyle>
          <a:p>
            <a:pPr lvl="0"/>
            <a:fld id="{A76ED74E-3D0C-4DD2-BC02-C1567AAB3C4D}" type="datetime1">
              <a:rPr lang="en-IN"/>
              <a:pPr lvl="0"/>
              <a:t>11-09-2026</a:t>
            </a:fld>
            <a:endParaRPr lang="en-IN"/>
          </a:p>
        </p:txBody>
      </p:sp>
      <p:sp>
        <p:nvSpPr>
          <p:cNvPr id="3" name="Footer Placeholder 2">
            <a:extLst>
              <a:ext uri="{FF2B5EF4-FFF2-40B4-BE49-F238E27FC236}">
                <a16:creationId xmlns:a16="http://schemas.microsoft.com/office/drawing/2014/main" id="{9944CF7A-6C9A-3274-2219-C8C855171B9B}"/>
              </a:ext>
            </a:extLst>
          </p:cNvPr>
          <p:cNvSpPr txBox="1">
            <a:spLocks noGrp="1"/>
          </p:cNvSpPr>
          <p:nvPr>
            <p:ph type="ftr" sz="quarter" idx="9"/>
          </p:nvPr>
        </p:nvSpPr>
        <p:spPr/>
        <p:txBody>
          <a:bodyPr/>
          <a:lstStyle>
            <a:lvl1pPr>
              <a:defRPr/>
            </a:lvl1pPr>
          </a:lstStyle>
          <a:p>
            <a:pPr lvl="0"/>
            <a:endParaRPr lang="en-IN"/>
          </a:p>
        </p:txBody>
      </p:sp>
      <p:sp>
        <p:nvSpPr>
          <p:cNvPr id="4" name="Slide Number Placeholder 3">
            <a:extLst>
              <a:ext uri="{FF2B5EF4-FFF2-40B4-BE49-F238E27FC236}">
                <a16:creationId xmlns:a16="http://schemas.microsoft.com/office/drawing/2014/main" id="{B6238770-7C3C-8D8E-F5EC-8F6D8D4454F8}"/>
              </a:ext>
            </a:extLst>
          </p:cNvPr>
          <p:cNvSpPr txBox="1">
            <a:spLocks noGrp="1"/>
          </p:cNvSpPr>
          <p:nvPr>
            <p:ph type="sldNum" sz="quarter" idx="8"/>
          </p:nvPr>
        </p:nvSpPr>
        <p:spPr/>
        <p:txBody>
          <a:bodyPr/>
          <a:lstStyle>
            <a:lvl1pPr>
              <a:defRPr/>
            </a:lvl1pPr>
          </a:lstStyle>
          <a:p>
            <a:pPr lvl="0"/>
            <a:fld id="{C956C484-A17B-4274-89D8-DA297F5F52F6}" type="slidenum">
              <a:t>‹#›</a:t>
            </a:fld>
            <a:endParaRPr lang="en-IN"/>
          </a:p>
        </p:txBody>
      </p:sp>
    </p:spTree>
    <p:extLst>
      <p:ext uri="{BB962C8B-B14F-4D97-AF65-F5344CB8AC3E}">
        <p14:creationId xmlns:p14="http://schemas.microsoft.com/office/powerpoint/2010/main" val="402256542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7E1B-11AA-9204-AB86-37D50A13E57B}"/>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9B53144D-3D91-6168-235B-117C8C132E06}"/>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3C08EC-0879-8B3F-B91B-8CCA599B7850}"/>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76886BA5-345C-3636-855D-C327D5956AEF}"/>
              </a:ext>
            </a:extLst>
          </p:cNvPr>
          <p:cNvSpPr txBox="1">
            <a:spLocks noGrp="1"/>
          </p:cNvSpPr>
          <p:nvPr>
            <p:ph type="dt" sz="half" idx="7"/>
          </p:nvPr>
        </p:nvSpPr>
        <p:spPr/>
        <p:txBody>
          <a:bodyPr/>
          <a:lstStyle>
            <a:lvl1pPr>
              <a:defRPr/>
            </a:lvl1pPr>
          </a:lstStyle>
          <a:p>
            <a:pPr lvl="0"/>
            <a:fld id="{1C0B462B-8B25-4709-86FF-A286756C7355}" type="datetime1">
              <a:rPr lang="en-IN"/>
              <a:pPr lvl="0"/>
              <a:t>11-09-2026</a:t>
            </a:fld>
            <a:endParaRPr lang="en-IN"/>
          </a:p>
        </p:txBody>
      </p:sp>
      <p:sp>
        <p:nvSpPr>
          <p:cNvPr id="6" name="Footer Placeholder 5">
            <a:extLst>
              <a:ext uri="{FF2B5EF4-FFF2-40B4-BE49-F238E27FC236}">
                <a16:creationId xmlns:a16="http://schemas.microsoft.com/office/drawing/2014/main" id="{3FE9B60A-1A64-E8F5-0835-B50FF3D62E4D}"/>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5D080DB8-D115-5599-37C6-3124E1ECAC58}"/>
              </a:ext>
            </a:extLst>
          </p:cNvPr>
          <p:cNvSpPr txBox="1">
            <a:spLocks noGrp="1"/>
          </p:cNvSpPr>
          <p:nvPr>
            <p:ph type="sldNum" sz="quarter" idx="8"/>
          </p:nvPr>
        </p:nvSpPr>
        <p:spPr/>
        <p:txBody>
          <a:bodyPr/>
          <a:lstStyle>
            <a:lvl1pPr>
              <a:defRPr/>
            </a:lvl1pPr>
          </a:lstStyle>
          <a:p>
            <a:pPr lvl="0"/>
            <a:fld id="{57F4B210-BF50-42C4-8F1E-4795C89211D1}" type="slidenum">
              <a:t>‹#›</a:t>
            </a:fld>
            <a:endParaRPr lang="en-IN"/>
          </a:p>
        </p:txBody>
      </p:sp>
    </p:spTree>
    <p:extLst>
      <p:ext uri="{BB962C8B-B14F-4D97-AF65-F5344CB8AC3E}">
        <p14:creationId xmlns:p14="http://schemas.microsoft.com/office/powerpoint/2010/main" val="1219313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62EE-3281-14D8-2EED-2B4236DE40AA}"/>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DAF26CE4-C994-FFF4-5B62-D1EC44A4C7AD}"/>
              </a:ext>
            </a:extLst>
          </p:cNvPr>
          <p:cNvSpPr txBox="1">
            <a:spLocks noGrp="1"/>
          </p:cNvSpPr>
          <p:nvPr>
            <p:ph type="pic" idx="1"/>
          </p:nvPr>
        </p:nvSpPr>
        <p:spPr>
          <a:xfrm>
            <a:off x="5183184" y="987423"/>
            <a:ext cx="6172200" cy="4873623"/>
          </a:xfrm>
        </p:spPr>
        <p:txBody>
          <a:bodyPr/>
          <a:lstStyle>
            <a:lvl1pPr marL="0" indent="0">
              <a:buNone/>
              <a:defRPr lang="en-IN" sz="3200"/>
            </a:lvl1pPr>
          </a:lstStyle>
          <a:p>
            <a:pPr lvl="0"/>
            <a:endParaRPr lang="en-IN"/>
          </a:p>
        </p:txBody>
      </p:sp>
      <p:sp>
        <p:nvSpPr>
          <p:cNvPr id="4" name="Text Placeholder 3">
            <a:extLst>
              <a:ext uri="{FF2B5EF4-FFF2-40B4-BE49-F238E27FC236}">
                <a16:creationId xmlns:a16="http://schemas.microsoft.com/office/drawing/2014/main" id="{32355B44-1C9D-1DB9-3222-F9E7F55932B3}"/>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80B0C47-CA4A-4384-99FA-2170C4D2B10C}"/>
              </a:ext>
            </a:extLst>
          </p:cNvPr>
          <p:cNvSpPr txBox="1">
            <a:spLocks noGrp="1"/>
          </p:cNvSpPr>
          <p:nvPr>
            <p:ph type="dt" sz="half" idx="7"/>
          </p:nvPr>
        </p:nvSpPr>
        <p:spPr/>
        <p:txBody>
          <a:bodyPr/>
          <a:lstStyle>
            <a:lvl1pPr>
              <a:defRPr/>
            </a:lvl1pPr>
          </a:lstStyle>
          <a:p>
            <a:pPr lvl="0"/>
            <a:fld id="{BEC1ECD8-B853-4D91-9D9E-527259DF878B}" type="datetime1">
              <a:rPr lang="en-IN"/>
              <a:pPr lvl="0"/>
              <a:t>11-09-2026</a:t>
            </a:fld>
            <a:endParaRPr lang="en-IN"/>
          </a:p>
        </p:txBody>
      </p:sp>
      <p:sp>
        <p:nvSpPr>
          <p:cNvPr id="6" name="Footer Placeholder 5">
            <a:extLst>
              <a:ext uri="{FF2B5EF4-FFF2-40B4-BE49-F238E27FC236}">
                <a16:creationId xmlns:a16="http://schemas.microsoft.com/office/drawing/2014/main" id="{8157C2A5-9220-9C26-63D6-B7EBB750C678}"/>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863E2099-C315-200C-B142-4CEB8DFA1B38}"/>
              </a:ext>
            </a:extLst>
          </p:cNvPr>
          <p:cNvSpPr txBox="1">
            <a:spLocks noGrp="1"/>
          </p:cNvSpPr>
          <p:nvPr>
            <p:ph type="sldNum" sz="quarter" idx="8"/>
          </p:nvPr>
        </p:nvSpPr>
        <p:spPr/>
        <p:txBody>
          <a:bodyPr/>
          <a:lstStyle>
            <a:lvl1pPr>
              <a:defRPr/>
            </a:lvl1pPr>
          </a:lstStyle>
          <a:p>
            <a:pPr lvl="0"/>
            <a:fld id="{12D3E52A-7F81-4000-88C6-33EC8D156830}" type="slidenum">
              <a:t>‹#›</a:t>
            </a:fld>
            <a:endParaRPr lang="en-IN"/>
          </a:p>
        </p:txBody>
      </p:sp>
    </p:spTree>
    <p:extLst>
      <p:ext uri="{BB962C8B-B14F-4D97-AF65-F5344CB8AC3E}">
        <p14:creationId xmlns:p14="http://schemas.microsoft.com/office/powerpoint/2010/main" val="4191964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9850B-DFED-BAD1-8168-A56FD7086698}"/>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290A2F94-7255-30AE-47F7-1EFE2F6AA3E5}"/>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827EBC-6B24-17F6-F21D-502E0EF4D798}"/>
              </a:ext>
            </a:extLst>
          </p:cNvPr>
          <p:cNvSpPr txBox="1">
            <a:spLocks noGrp="1"/>
          </p:cNvSpPr>
          <p:nvPr>
            <p:ph type="dt" sz="half" idx="7"/>
          </p:nvPr>
        </p:nvSpPr>
        <p:spPr/>
        <p:txBody>
          <a:bodyPr/>
          <a:lstStyle>
            <a:lvl1pPr>
              <a:defRPr/>
            </a:lvl1pPr>
          </a:lstStyle>
          <a:p>
            <a:pPr lvl="0"/>
            <a:fld id="{486A8B45-6F12-41ED-AF6B-60F5CE1AF9F0}" type="datetime1">
              <a:rPr lang="en-IN"/>
              <a:pPr lvl="0"/>
              <a:t>11-09-2026</a:t>
            </a:fld>
            <a:endParaRPr lang="en-IN"/>
          </a:p>
        </p:txBody>
      </p:sp>
      <p:sp>
        <p:nvSpPr>
          <p:cNvPr id="5" name="Footer Placeholder 4">
            <a:extLst>
              <a:ext uri="{FF2B5EF4-FFF2-40B4-BE49-F238E27FC236}">
                <a16:creationId xmlns:a16="http://schemas.microsoft.com/office/drawing/2014/main" id="{8F93BF25-64B7-A874-59AD-6536C5E78B1E}"/>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F461622F-6C9E-C7E4-F7FB-481C9A4654BC}"/>
              </a:ext>
            </a:extLst>
          </p:cNvPr>
          <p:cNvSpPr txBox="1">
            <a:spLocks noGrp="1"/>
          </p:cNvSpPr>
          <p:nvPr>
            <p:ph type="sldNum" sz="quarter" idx="8"/>
          </p:nvPr>
        </p:nvSpPr>
        <p:spPr/>
        <p:txBody>
          <a:bodyPr/>
          <a:lstStyle>
            <a:lvl1pPr>
              <a:defRPr/>
            </a:lvl1pPr>
          </a:lstStyle>
          <a:p>
            <a:pPr lvl="0"/>
            <a:fld id="{194D28AA-9F4A-42B3-9453-041F466DB111}" type="slidenum">
              <a:t>‹#›</a:t>
            </a:fld>
            <a:endParaRPr lang="en-IN"/>
          </a:p>
        </p:txBody>
      </p:sp>
    </p:spTree>
    <p:extLst>
      <p:ext uri="{BB962C8B-B14F-4D97-AF65-F5344CB8AC3E}">
        <p14:creationId xmlns:p14="http://schemas.microsoft.com/office/powerpoint/2010/main" val="633010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263D7F-8AC8-A833-141A-231BF6017373}"/>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6A0F42DB-F201-6B93-DB80-90311A1777DB}"/>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EF696B-D5F4-F2FF-3EDF-6059FF24185C}"/>
              </a:ext>
            </a:extLst>
          </p:cNvPr>
          <p:cNvSpPr txBox="1">
            <a:spLocks noGrp="1"/>
          </p:cNvSpPr>
          <p:nvPr>
            <p:ph type="dt" sz="half" idx="7"/>
          </p:nvPr>
        </p:nvSpPr>
        <p:spPr/>
        <p:txBody>
          <a:bodyPr/>
          <a:lstStyle>
            <a:lvl1pPr>
              <a:defRPr/>
            </a:lvl1pPr>
          </a:lstStyle>
          <a:p>
            <a:pPr lvl="0"/>
            <a:fld id="{9FBB4472-63C2-49FE-99D0-A7D0CA728A81}" type="datetime1">
              <a:rPr lang="en-IN"/>
              <a:pPr lvl="0"/>
              <a:t>11-09-2026</a:t>
            </a:fld>
            <a:endParaRPr lang="en-IN"/>
          </a:p>
        </p:txBody>
      </p:sp>
      <p:sp>
        <p:nvSpPr>
          <p:cNvPr id="5" name="Footer Placeholder 4">
            <a:extLst>
              <a:ext uri="{FF2B5EF4-FFF2-40B4-BE49-F238E27FC236}">
                <a16:creationId xmlns:a16="http://schemas.microsoft.com/office/drawing/2014/main" id="{2E2531D1-50E2-7401-E236-D3B65BCD619B}"/>
              </a:ext>
            </a:extLst>
          </p:cNvPr>
          <p:cNvSpPr txBox="1">
            <a:spLocks noGrp="1"/>
          </p:cNvSpPr>
          <p:nvPr>
            <p:ph type="ftr" sz="quarter" idx="9"/>
          </p:nvPr>
        </p:nvSpPr>
        <p:spPr/>
        <p:txBody>
          <a:bodyPr/>
          <a:lstStyle>
            <a:lvl1pPr>
              <a:defRPr/>
            </a:lvl1pPr>
          </a:lstStyle>
          <a:p>
            <a:pPr lvl="0"/>
            <a:endParaRPr lang="en-IN"/>
          </a:p>
        </p:txBody>
      </p:sp>
      <p:sp>
        <p:nvSpPr>
          <p:cNvPr id="6" name="Slide Number Placeholder 5">
            <a:extLst>
              <a:ext uri="{FF2B5EF4-FFF2-40B4-BE49-F238E27FC236}">
                <a16:creationId xmlns:a16="http://schemas.microsoft.com/office/drawing/2014/main" id="{4EF9B419-8088-8B73-3671-195C85E50196}"/>
              </a:ext>
            </a:extLst>
          </p:cNvPr>
          <p:cNvSpPr txBox="1">
            <a:spLocks noGrp="1"/>
          </p:cNvSpPr>
          <p:nvPr>
            <p:ph type="sldNum" sz="quarter" idx="8"/>
          </p:nvPr>
        </p:nvSpPr>
        <p:spPr/>
        <p:txBody>
          <a:bodyPr/>
          <a:lstStyle>
            <a:lvl1pPr>
              <a:defRPr/>
            </a:lvl1pPr>
          </a:lstStyle>
          <a:p>
            <a:pPr lvl="0"/>
            <a:fld id="{0E28C4AF-2BB6-4417-9C2E-094F5B1432AB}" type="slidenum">
              <a:t>‹#›</a:t>
            </a:fld>
            <a:endParaRPr lang="en-IN"/>
          </a:p>
        </p:txBody>
      </p:sp>
    </p:spTree>
    <p:extLst>
      <p:ext uri="{BB962C8B-B14F-4D97-AF65-F5344CB8AC3E}">
        <p14:creationId xmlns:p14="http://schemas.microsoft.com/office/powerpoint/2010/main" val="1549338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E2D11E-78AC-C080-13B7-96FF05AD3F17}"/>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50820638-949F-F0AE-964F-C983CF11EC1F}"/>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98CB43-D697-490A-252A-993BB5621134}"/>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IN" sz="1200" b="0" i="0" u="none" strike="noStrike" kern="1200" cap="none" spc="0" baseline="0">
                <a:solidFill>
                  <a:srgbClr val="898989"/>
                </a:solidFill>
                <a:uFillTx/>
                <a:latin typeface="Calibri"/>
              </a:defRPr>
            </a:lvl1pPr>
          </a:lstStyle>
          <a:p>
            <a:pPr lvl="0"/>
            <a:fld id="{46977E05-B51C-44B1-B6D6-982C4AFB832C}" type="datetime1">
              <a:rPr lang="en-IN"/>
              <a:pPr lvl="0"/>
              <a:t>11-09-2026</a:t>
            </a:fld>
            <a:endParaRPr lang="en-IN"/>
          </a:p>
        </p:txBody>
      </p:sp>
      <p:sp>
        <p:nvSpPr>
          <p:cNvPr id="5" name="Footer Placeholder 4">
            <a:extLst>
              <a:ext uri="{FF2B5EF4-FFF2-40B4-BE49-F238E27FC236}">
                <a16:creationId xmlns:a16="http://schemas.microsoft.com/office/drawing/2014/main" id="{22220054-B369-5CD7-39C6-7F1A38A576E3}"/>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IN" sz="1200" b="0" i="0" u="none" strike="noStrike" kern="1200" cap="none" spc="0" baseline="0">
                <a:solidFill>
                  <a:srgbClr val="898989"/>
                </a:solidFill>
                <a:uFillTx/>
                <a:latin typeface="Calibri"/>
              </a:defRPr>
            </a:lvl1pPr>
          </a:lstStyle>
          <a:p>
            <a:pPr lvl="0"/>
            <a:endParaRPr lang="en-IN"/>
          </a:p>
        </p:txBody>
      </p:sp>
      <p:sp>
        <p:nvSpPr>
          <p:cNvPr id="6" name="Slide Number Placeholder 5">
            <a:extLst>
              <a:ext uri="{FF2B5EF4-FFF2-40B4-BE49-F238E27FC236}">
                <a16:creationId xmlns:a16="http://schemas.microsoft.com/office/drawing/2014/main" id="{55FC41B6-6903-1659-520E-B396A852BAD1}"/>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IN" sz="1200" b="0" i="0" u="none" strike="noStrike" kern="1200" cap="none" spc="0" baseline="0">
                <a:solidFill>
                  <a:srgbClr val="898989"/>
                </a:solidFill>
                <a:uFillTx/>
                <a:latin typeface="Calibri"/>
              </a:defRPr>
            </a:lvl1pPr>
          </a:lstStyle>
          <a:p>
            <a:pPr lvl="0"/>
            <a:fld id="{DD504EB0-84DB-40BF-BBD4-CF7A1E4B0D5F}" type="slidenum">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928"/>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sz="1200" dirty="0"/>
          </a:p>
        </p:txBody>
      </p:sp>
      <p:sp>
        <p:nvSpPr>
          <p:cNvPr id="3" name="Freeform 3"/>
          <p:cNvSpPr/>
          <p:nvPr/>
        </p:nvSpPr>
        <p:spPr>
          <a:xfrm>
            <a:off x="72454" y="5594994"/>
            <a:ext cx="12047093" cy="732139"/>
          </a:xfrm>
          <a:custGeom>
            <a:avLst/>
            <a:gdLst/>
            <a:ahLst/>
            <a:cxnLst/>
            <a:rect l="l" t="t" r="r" b="b"/>
            <a:pathLst>
              <a:path w="18070639" h="1098208">
                <a:moveTo>
                  <a:pt x="0" y="0"/>
                </a:moveTo>
                <a:lnTo>
                  <a:pt x="18070638" y="0"/>
                </a:lnTo>
                <a:lnTo>
                  <a:pt x="18070638" y="1098208"/>
                </a:lnTo>
                <a:lnTo>
                  <a:pt x="0" y="1098208"/>
                </a:lnTo>
                <a:lnTo>
                  <a:pt x="0" y="0"/>
                </a:lnTo>
                <a:close/>
              </a:path>
            </a:pathLst>
          </a:custGeom>
          <a:blipFill>
            <a:blip r:embed="rId3"/>
            <a:stretch>
              <a:fillRect b="-605"/>
            </a:stretch>
          </a:blipFill>
        </p:spPr>
        <p:txBody>
          <a:bodyPr/>
          <a:lstStyle/>
          <a:p>
            <a:endParaRPr lang="en-IN" sz="1200"/>
          </a:p>
        </p:txBody>
      </p:sp>
      <p:sp>
        <p:nvSpPr>
          <p:cNvPr id="8" name="TextBox 8"/>
          <p:cNvSpPr txBox="1"/>
          <p:nvPr/>
        </p:nvSpPr>
        <p:spPr>
          <a:xfrm>
            <a:off x="986353" y="990600"/>
            <a:ext cx="10219295" cy="459684"/>
          </a:xfrm>
          <a:prstGeom prst="rect">
            <a:avLst/>
          </a:prstGeom>
        </p:spPr>
        <p:txBody>
          <a:bodyPr lIns="33867" tIns="33867" rIns="33867" bIns="33867" rtlCol="0" anchor="t"/>
          <a:lstStyle/>
          <a:p>
            <a:pPr algn="ctr">
              <a:lnSpc>
                <a:spcPts val="2880"/>
              </a:lnSpc>
            </a:pPr>
            <a:r>
              <a:rPr lang="en-US" sz="3200" b="1" dirty="0">
                <a:solidFill>
                  <a:srgbClr val="660087"/>
                </a:solidFill>
                <a:latin typeface="Times New Roman" panose="02020603050405020304" pitchFamily="18" charset="0"/>
                <a:ea typeface="Red Hat Display Bold"/>
                <a:cs typeface="Times New Roman" panose="02020603050405020304" pitchFamily="18" charset="0"/>
                <a:sym typeface="Red Hat Display Bold"/>
              </a:rPr>
              <a:t>Department of Data Science, IoT and Cyber Security</a:t>
            </a:r>
          </a:p>
        </p:txBody>
      </p:sp>
      <p:sp>
        <p:nvSpPr>
          <p:cNvPr id="12" name="Google Shape;50;p11">
            <a:extLst>
              <a:ext uri="{FF2B5EF4-FFF2-40B4-BE49-F238E27FC236}">
                <a16:creationId xmlns:a16="http://schemas.microsoft.com/office/drawing/2014/main" id="{8D80476F-A3C2-E415-41F4-DBF08632EEE3}"/>
              </a:ext>
            </a:extLst>
          </p:cNvPr>
          <p:cNvSpPr txBox="1"/>
          <p:nvPr/>
        </p:nvSpPr>
        <p:spPr>
          <a:xfrm>
            <a:off x="856247" y="1719459"/>
            <a:ext cx="10479507" cy="1169753"/>
          </a:xfrm>
          <a:prstGeom prst="rect">
            <a:avLst/>
          </a:prstGeom>
          <a:noFill/>
          <a:ln>
            <a:noFill/>
          </a:ln>
        </p:spPr>
        <p:txBody>
          <a:bodyPr spcFirstLastPara="1" wrap="square" lIns="121900" tIns="60933" rIns="121900" bIns="60933" anchor="t" anchorCtr="0">
            <a:spAutoFit/>
          </a:bodyPr>
          <a:lstStyle/>
          <a:p>
            <a:pPr lvl="0" algn="ctr">
              <a:lnSpc>
                <a:spcPct val="150000"/>
              </a:lnSpc>
            </a:pPr>
            <a:r>
              <a:rPr lang="en-IN" sz="2267" b="1" dirty="0">
                <a:latin typeface="Times New Roman" panose="02020603050405020304" pitchFamily="18" charset="0"/>
                <a:cs typeface="Times New Roman" panose="02020603050405020304" pitchFamily="18" charset="0"/>
              </a:rPr>
              <a:t>Design and Development of an Autonomous Cyber Threat Hunting Agent Using Reinforcement Learning </a:t>
            </a:r>
            <a:endParaRPr sz="2267" b="1"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3" name="Google Shape;51;p11">
            <a:extLst>
              <a:ext uri="{FF2B5EF4-FFF2-40B4-BE49-F238E27FC236}">
                <a16:creationId xmlns:a16="http://schemas.microsoft.com/office/drawing/2014/main" id="{BB822B0E-9ED7-D1EE-720E-9C3E959EE420}"/>
              </a:ext>
            </a:extLst>
          </p:cNvPr>
          <p:cNvSpPr txBox="1"/>
          <p:nvPr/>
        </p:nvSpPr>
        <p:spPr>
          <a:xfrm>
            <a:off x="1879599" y="3839805"/>
            <a:ext cx="3518643" cy="1313127"/>
          </a:xfrm>
          <a:prstGeom prst="rect">
            <a:avLst/>
          </a:prstGeom>
          <a:noFill/>
          <a:ln>
            <a:noFill/>
          </a:ln>
        </p:spPr>
        <p:txBody>
          <a:bodyPr spcFirstLastPara="1" wrap="square" lIns="121900" tIns="60933" rIns="121900" bIns="60933" anchor="t" anchorCtr="0">
            <a:noAutofit/>
          </a:bodyPr>
          <a:lstStyle/>
          <a:p>
            <a:pPr algn="ctr">
              <a:buClr>
                <a:srgbClr val="000000"/>
              </a:buClr>
              <a:buSzPts val="1600"/>
            </a:pPr>
            <a:r>
              <a:rPr lang="en-US" sz="2133" b="1" dirty="0">
                <a:solidFill>
                  <a:srgbClr val="000000"/>
                </a:solidFill>
                <a:latin typeface="Times New Roman" panose="02020603050405020304" pitchFamily="18" charset="0"/>
                <a:ea typeface="Times New Roman"/>
                <a:cs typeface="Times New Roman" panose="02020603050405020304" pitchFamily="18" charset="0"/>
                <a:sym typeface="Times New Roman"/>
              </a:rPr>
              <a:t>Presented By</a:t>
            </a:r>
            <a:endParaRPr lang="en-US" sz="2133" b="1" dirty="0">
              <a:latin typeface="Times New Roman" panose="02020603050405020304" pitchFamily="18" charset="0"/>
              <a:cs typeface="Times New Roman" panose="02020603050405020304" pitchFamily="18" charset="0"/>
              <a:sym typeface="Times New Roman"/>
            </a:endParaRPr>
          </a:p>
          <a:p>
            <a:pPr algn="ctr">
              <a:spcBef>
                <a:spcPts val="373"/>
              </a:spcBef>
              <a:buClr>
                <a:srgbClr val="000000"/>
              </a:buClr>
              <a:buSzPts val="1400"/>
            </a:pPr>
            <a:r>
              <a:rPr lang="en-IN" sz="1600" b="1" dirty="0">
                <a:solidFill>
                  <a:srgbClr val="000000"/>
                </a:solidFill>
                <a:latin typeface="Times New Roman"/>
                <a:ea typeface="Times New Roman"/>
                <a:cs typeface="Times New Roman"/>
                <a:sym typeface="Times New Roman"/>
              </a:rPr>
              <a:t>07-Kalash Singh</a:t>
            </a:r>
          </a:p>
          <a:p>
            <a:pPr algn="ctr">
              <a:spcBef>
                <a:spcPts val="373"/>
              </a:spcBef>
              <a:buClr>
                <a:srgbClr val="000000"/>
              </a:buClr>
              <a:buSzPts val="1400"/>
            </a:pPr>
            <a:r>
              <a:rPr lang="en-IN" sz="1600" b="1" dirty="0">
                <a:solidFill>
                  <a:srgbClr val="000000"/>
                </a:solidFill>
                <a:latin typeface="Times New Roman"/>
                <a:ea typeface="Times New Roman"/>
                <a:cs typeface="Times New Roman"/>
                <a:sym typeface="Times New Roman"/>
              </a:rPr>
              <a:t>17-Riya </a:t>
            </a:r>
            <a:r>
              <a:rPr lang="en-IN" sz="1600" b="1" dirty="0" err="1">
                <a:solidFill>
                  <a:srgbClr val="000000"/>
                </a:solidFill>
                <a:latin typeface="Times New Roman"/>
                <a:ea typeface="Times New Roman"/>
                <a:cs typeface="Times New Roman"/>
                <a:sym typeface="Times New Roman"/>
              </a:rPr>
              <a:t>Dhopre</a:t>
            </a:r>
            <a:endParaRPr lang="en-IN" sz="1600" b="1" dirty="0">
              <a:solidFill>
                <a:srgbClr val="000000"/>
              </a:solidFill>
              <a:latin typeface="Times New Roman"/>
              <a:ea typeface="Times New Roman"/>
              <a:cs typeface="Times New Roman"/>
              <a:sym typeface="Times New Roman"/>
            </a:endParaRPr>
          </a:p>
          <a:p>
            <a:pPr algn="ctr">
              <a:spcBef>
                <a:spcPts val="373"/>
              </a:spcBef>
              <a:buClr>
                <a:srgbClr val="000000"/>
              </a:buClr>
              <a:buSzPts val="1400"/>
            </a:pPr>
            <a:r>
              <a:rPr lang="en-IN" sz="1600" b="1" dirty="0">
                <a:solidFill>
                  <a:srgbClr val="000000"/>
                </a:solidFill>
                <a:latin typeface="Times New Roman"/>
                <a:ea typeface="Times New Roman"/>
                <a:cs typeface="Times New Roman"/>
                <a:sym typeface="Times New Roman"/>
              </a:rPr>
              <a:t>37-Ayush Wanjari</a:t>
            </a:r>
            <a:endParaRPr sz="1600" b="1" dirty="0">
              <a:solidFill>
                <a:srgbClr val="000000"/>
              </a:solidFill>
              <a:latin typeface="Times New Roman"/>
              <a:ea typeface="Times New Roman"/>
              <a:cs typeface="Times New Roman"/>
              <a:sym typeface="Times New Roman"/>
            </a:endParaRPr>
          </a:p>
        </p:txBody>
      </p:sp>
      <p:sp>
        <p:nvSpPr>
          <p:cNvPr id="5" name="Google Shape;51;p11">
            <a:extLst>
              <a:ext uri="{FF2B5EF4-FFF2-40B4-BE49-F238E27FC236}">
                <a16:creationId xmlns:a16="http://schemas.microsoft.com/office/drawing/2014/main" id="{DFE84694-FEC3-AF62-18C3-54C9023F632F}"/>
              </a:ext>
            </a:extLst>
          </p:cNvPr>
          <p:cNvSpPr txBox="1"/>
          <p:nvPr/>
        </p:nvSpPr>
        <p:spPr>
          <a:xfrm>
            <a:off x="7031181" y="3837496"/>
            <a:ext cx="3518643" cy="1313127"/>
          </a:xfrm>
          <a:prstGeom prst="rect">
            <a:avLst/>
          </a:prstGeom>
          <a:noFill/>
          <a:ln>
            <a:noFill/>
          </a:ln>
        </p:spPr>
        <p:txBody>
          <a:bodyPr spcFirstLastPara="1" wrap="square" lIns="121900" tIns="60933" rIns="121900" bIns="60933" anchor="t" anchorCtr="0">
            <a:noAutofit/>
          </a:bodyPr>
          <a:lstStyle/>
          <a:p>
            <a:pPr algn="ctr">
              <a:buClr>
                <a:srgbClr val="000000"/>
              </a:buClr>
              <a:buSzPts val="1600"/>
            </a:pPr>
            <a:r>
              <a:rPr lang="en-US" sz="2133" b="1" dirty="0">
                <a:solidFill>
                  <a:srgbClr val="000000"/>
                </a:solidFill>
                <a:latin typeface="Times New Roman" panose="02020603050405020304" pitchFamily="18" charset="0"/>
                <a:ea typeface="Times New Roman"/>
                <a:cs typeface="Times New Roman" panose="02020603050405020304" pitchFamily="18" charset="0"/>
                <a:sym typeface="Times New Roman"/>
              </a:rPr>
              <a:t>Guided By</a:t>
            </a:r>
            <a:endParaRPr lang="en-US" sz="2133" b="1" dirty="0">
              <a:latin typeface="Times New Roman" panose="02020603050405020304" pitchFamily="18" charset="0"/>
              <a:cs typeface="Times New Roman" panose="02020603050405020304" pitchFamily="18" charset="0"/>
              <a:sym typeface="Times New Roman"/>
            </a:endParaRPr>
          </a:p>
          <a:p>
            <a:pPr algn="ctr">
              <a:spcBef>
                <a:spcPts val="373"/>
              </a:spcBef>
              <a:buClr>
                <a:srgbClr val="000000"/>
              </a:buClr>
              <a:buSzPts val="1400"/>
            </a:pPr>
            <a:r>
              <a:rPr lang="en-IN" sz="1600" b="1" dirty="0">
                <a:solidFill>
                  <a:srgbClr val="000000"/>
                </a:solidFill>
                <a:latin typeface="Times New Roman"/>
                <a:ea typeface="Times New Roman"/>
                <a:cs typeface="Times New Roman"/>
                <a:sym typeface="Times New Roman"/>
              </a:rPr>
              <a:t>Dr. Nekita Chavhan Morris</a:t>
            </a:r>
            <a:br>
              <a:rPr lang="en-IN" sz="1600" b="1" dirty="0">
                <a:solidFill>
                  <a:srgbClr val="000000"/>
                </a:solidFill>
                <a:latin typeface="Times New Roman"/>
                <a:ea typeface="Times New Roman"/>
                <a:cs typeface="Times New Roman"/>
                <a:sym typeface="Times New Roman"/>
              </a:rPr>
            </a:br>
            <a:r>
              <a:rPr lang="en-IN" sz="1600" b="1" dirty="0">
                <a:solidFill>
                  <a:srgbClr val="000000"/>
                </a:solidFill>
                <a:latin typeface="Times New Roman"/>
                <a:ea typeface="Times New Roman"/>
                <a:cs typeface="Times New Roman"/>
                <a:sym typeface="Times New Roman"/>
              </a:rPr>
              <a:t>(HOD DIC)</a:t>
            </a:r>
            <a:endParaRPr sz="1600" b="1" dirty="0">
              <a:solidFill>
                <a:srgbClr val="000000"/>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E234FF8D-4869-36D2-1C91-4810191559E1}"/>
              </a:ext>
            </a:extLst>
          </p:cNvPr>
          <p:cNvSpPr txBox="1"/>
          <p:nvPr/>
        </p:nvSpPr>
        <p:spPr>
          <a:xfrm>
            <a:off x="12567920" y="6624320"/>
            <a:ext cx="184731" cy="276999"/>
          </a:xfrm>
          <a:prstGeom prst="rect">
            <a:avLst/>
          </a:prstGeom>
          <a:noFill/>
        </p:spPr>
        <p:txBody>
          <a:bodyPr wrap="none" rtlCol="0">
            <a:spAutoFit/>
          </a:bodyPr>
          <a:lstStyle/>
          <a:p>
            <a:endParaRPr lang="en-IN"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US" sz="1200" dirty="0"/>
          </a:p>
        </p:txBody>
      </p:sp>
      <p:sp>
        <p:nvSpPr>
          <p:cNvPr id="4" name="TextBox 4"/>
          <p:cNvSpPr txBox="1"/>
          <p:nvPr/>
        </p:nvSpPr>
        <p:spPr>
          <a:xfrm>
            <a:off x="4846071" y="347650"/>
            <a:ext cx="2499859" cy="551433"/>
          </a:xfrm>
          <a:prstGeom prst="rect">
            <a:avLst/>
          </a:prstGeom>
        </p:spPr>
        <p:txBody>
          <a:bodyPr lIns="0" tIns="0" rIns="0" bIns="0" rtlCol="0" anchor="t">
            <a:spAutoFit/>
          </a:bodyPr>
          <a:lstStyle/>
          <a:p>
            <a:pPr>
              <a:lnSpc>
                <a:spcPts val="4277"/>
              </a:lnSpc>
            </a:pPr>
            <a:r>
              <a:rPr lang="en-US" sz="3867" b="1" dirty="0">
                <a:solidFill>
                  <a:srgbClr val="000000"/>
                </a:solidFill>
                <a:latin typeface="Times New Roman Bold"/>
                <a:ea typeface="Times New Roman Bold"/>
                <a:cs typeface="Times New Roman Bold"/>
                <a:sym typeface="Times New Roman Bold"/>
              </a:rPr>
              <a:t>Contents</a:t>
            </a:r>
          </a:p>
        </p:txBody>
      </p:sp>
      <p:sp>
        <p:nvSpPr>
          <p:cNvPr id="8" name="TextBox 3">
            <a:extLst>
              <a:ext uri="{FF2B5EF4-FFF2-40B4-BE49-F238E27FC236}">
                <a16:creationId xmlns:a16="http://schemas.microsoft.com/office/drawing/2014/main" id="{13D6BF0F-FE47-B630-336F-B605245B37BA}"/>
              </a:ext>
            </a:extLst>
          </p:cNvPr>
          <p:cNvSpPr txBox="1"/>
          <p:nvPr/>
        </p:nvSpPr>
        <p:spPr>
          <a:xfrm>
            <a:off x="1676400" y="1346200"/>
            <a:ext cx="5669530" cy="7403565"/>
          </a:xfrm>
          <a:prstGeom prst="rect">
            <a:avLst/>
          </a:prstGeom>
        </p:spPr>
        <p:txBody>
          <a:bodyPr wrap="square" lIns="0" tIns="0" rIns="0" bIns="0" rtlCol="0" anchor="t">
            <a:spAutoFit/>
          </a:bodyPr>
          <a:lstStyle/>
          <a:p>
            <a:pPr marL="325771" lvl="1" indent="-162885">
              <a:buFont typeface="Arial"/>
              <a:buChar char="•"/>
            </a:pPr>
            <a:r>
              <a:rPr lang="en-US" sz="2200" b="1" dirty="0">
                <a:solidFill>
                  <a:srgbClr val="000000"/>
                </a:solidFill>
                <a:latin typeface="Times New Roman Bold"/>
                <a:ea typeface="Times New Roman Bold"/>
                <a:cs typeface="Times New Roman Bold"/>
                <a:sym typeface="Times New Roman Bold"/>
              </a:rPr>
              <a:t>Introduction</a:t>
            </a:r>
          </a:p>
          <a:p>
            <a:pPr marL="162885" lvl="1"/>
            <a:endParaRPr lang="en-US" sz="2200" b="1" dirty="0">
              <a:solidFill>
                <a:srgbClr val="000000"/>
              </a:solidFill>
              <a:latin typeface="Times New Roman Bold"/>
              <a:ea typeface="Times New Roman Bold"/>
              <a:cs typeface="Times New Roman Bold"/>
              <a:sym typeface="Times New Roman Bold"/>
            </a:endParaRPr>
          </a:p>
          <a:p>
            <a:pPr marL="325771" lvl="1" indent="-162885">
              <a:buFont typeface="Arial"/>
              <a:buChar char="•"/>
            </a:pPr>
            <a:r>
              <a:rPr lang="en-US" sz="2200" b="1" dirty="0">
                <a:solidFill>
                  <a:srgbClr val="000000"/>
                </a:solidFill>
                <a:latin typeface="Times New Roman Bold"/>
                <a:ea typeface="Times New Roman Bold"/>
                <a:cs typeface="Times New Roman Bold"/>
                <a:sym typeface="Times New Roman Bold"/>
              </a:rPr>
              <a:t>Problem Definition </a:t>
            </a:r>
          </a:p>
          <a:p>
            <a:pPr marL="162886" lvl="1"/>
            <a:endParaRPr lang="en-US" sz="2200" b="1" dirty="0">
              <a:solidFill>
                <a:srgbClr val="000000"/>
              </a:solidFill>
              <a:latin typeface="Times New Roman Bold"/>
              <a:ea typeface="Times New Roman Bold"/>
              <a:cs typeface="Times New Roman Bold"/>
              <a:sym typeface="Times New Roman Bold"/>
            </a:endParaRPr>
          </a:p>
          <a:p>
            <a:pPr marL="325771" lvl="1" indent="-162885">
              <a:buFont typeface="Arial"/>
              <a:buChar char="•"/>
            </a:pPr>
            <a:r>
              <a:rPr lang="en-US" sz="2200" b="1" dirty="0">
                <a:solidFill>
                  <a:srgbClr val="000000"/>
                </a:solidFill>
                <a:latin typeface="Times New Roman Bold"/>
                <a:ea typeface="Times New Roman Bold"/>
                <a:cs typeface="Times New Roman Bold"/>
                <a:sym typeface="Times New Roman Bold"/>
              </a:rPr>
              <a:t>Objectives</a:t>
            </a:r>
          </a:p>
          <a:p>
            <a:pPr marL="162885" lvl="1"/>
            <a:r>
              <a:rPr lang="en-US" sz="2200" b="1" dirty="0">
                <a:solidFill>
                  <a:srgbClr val="000000"/>
                </a:solidFill>
                <a:latin typeface="Times New Roman Bold"/>
                <a:ea typeface="Times New Roman Bold"/>
                <a:cs typeface="Times New Roman Bold"/>
                <a:sym typeface="Times New Roman Bold"/>
              </a:rPr>
              <a:t>                                                  </a:t>
            </a:r>
          </a:p>
          <a:p>
            <a:pPr marL="325771" lvl="1" indent="-162885">
              <a:buFont typeface="Arial"/>
              <a:buChar char="•"/>
            </a:pPr>
            <a:r>
              <a:rPr lang="en-US" sz="2200" b="1" dirty="0">
                <a:solidFill>
                  <a:srgbClr val="000000"/>
                </a:solidFill>
                <a:latin typeface="Times New Roman Bold"/>
                <a:ea typeface="Times New Roman Bold"/>
                <a:cs typeface="Times New Roman Bold"/>
                <a:sym typeface="Times New Roman Bold"/>
              </a:rPr>
              <a:t>Data Collection and Preprocessing</a:t>
            </a:r>
          </a:p>
          <a:p>
            <a:pPr marL="325771" lvl="1" indent="-162885">
              <a:buFont typeface="Arial"/>
              <a:buChar char="•"/>
            </a:pPr>
            <a:endParaRPr lang="en-US" sz="2200" b="1" dirty="0">
              <a:solidFill>
                <a:srgbClr val="000000"/>
              </a:solidFill>
              <a:latin typeface="Times New Roman Bold"/>
              <a:ea typeface="Times New Roman Bold"/>
              <a:cs typeface="Times New Roman Bold"/>
              <a:sym typeface="Times New Roman Bold"/>
            </a:endParaRPr>
          </a:p>
          <a:p>
            <a:pPr marL="325771" lvl="1" indent="-162885">
              <a:buFont typeface="Arial"/>
              <a:buChar char="•"/>
            </a:pPr>
            <a:r>
              <a:rPr lang="en-US" sz="2200" b="1" dirty="0">
                <a:solidFill>
                  <a:srgbClr val="000000"/>
                </a:solidFill>
                <a:latin typeface="Times New Roman Bold"/>
                <a:cs typeface="Times New Roman Bold"/>
                <a:sym typeface="Times New Roman Bold"/>
              </a:rPr>
              <a:t>Environment Design</a:t>
            </a:r>
          </a:p>
          <a:p>
            <a:pPr marL="325771" lvl="1" indent="-162885">
              <a:buFont typeface="Arial"/>
              <a:buChar char="•"/>
            </a:pPr>
            <a:endParaRPr lang="en-US" sz="2200" b="1" dirty="0">
              <a:solidFill>
                <a:srgbClr val="000000"/>
              </a:solidFill>
              <a:latin typeface="Times New Roman Bold"/>
              <a:cs typeface="Times New Roman Bold"/>
              <a:sym typeface="Times New Roman Bold"/>
            </a:endParaRPr>
          </a:p>
          <a:p>
            <a:pPr marL="325771" lvl="1" indent="-162885">
              <a:buFont typeface="Arial"/>
              <a:buChar char="•"/>
            </a:pPr>
            <a:r>
              <a:rPr lang="en-IN" sz="2200" b="1" dirty="0">
                <a:solidFill>
                  <a:srgbClr val="000000"/>
                </a:solidFill>
                <a:latin typeface="Times New Roman" pitchFamily="18"/>
                <a:cs typeface="Times New Roman" pitchFamily="18"/>
              </a:rPr>
              <a:t>Visualisation and Deployment </a:t>
            </a:r>
          </a:p>
          <a:p>
            <a:pPr marL="162886" lvl="1"/>
            <a:endParaRPr lang="en-US" sz="2200" b="1" dirty="0">
              <a:solidFill>
                <a:srgbClr val="000000"/>
              </a:solidFill>
              <a:latin typeface="Times New Roman Bold"/>
              <a:ea typeface="Times New Roman Bold"/>
              <a:cs typeface="Times New Roman Bold"/>
              <a:sym typeface="Times New Roman Bold"/>
            </a:endParaRPr>
          </a:p>
          <a:p>
            <a:pPr marL="325771" lvl="1" indent="-162885">
              <a:buFont typeface="Arial"/>
              <a:buChar char="•"/>
            </a:pPr>
            <a:r>
              <a:rPr lang="en-US" sz="2200" b="1" dirty="0">
                <a:solidFill>
                  <a:srgbClr val="000000"/>
                </a:solidFill>
                <a:latin typeface="Times New Roman Bold"/>
                <a:ea typeface="Times New Roman Bold"/>
                <a:cs typeface="Times New Roman Bold"/>
                <a:sym typeface="Times New Roman Bold"/>
              </a:rPr>
              <a:t>References </a:t>
            </a:r>
          </a:p>
          <a:p>
            <a:pPr marL="325771" lvl="1" indent="-162885">
              <a:lnSpc>
                <a:spcPts val="2591"/>
              </a:lnSpc>
              <a:buFont typeface="Arial"/>
              <a:buChar char="•"/>
            </a:pPr>
            <a:endParaRPr lang="en-US" sz="2200" b="1" dirty="0">
              <a:solidFill>
                <a:srgbClr val="000000"/>
              </a:solidFill>
              <a:latin typeface="Times New Roman Bold"/>
              <a:ea typeface="Times New Roman Bold"/>
              <a:cs typeface="Times New Roman Bold"/>
              <a:sym typeface="Times New Roman Bold"/>
            </a:endParaRPr>
          </a:p>
          <a:p>
            <a:pPr marL="325771" lvl="1" indent="-162885">
              <a:lnSpc>
                <a:spcPts val="2591"/>
              </a:lnSpc>
              <a:buFont typeface="Arial"/>
              <a:buChar char="•"/>
            </a:pPr>
            <a:endParaRPr lang="en-US" b="1" dirty="0">
              <a:solidFill>
                <a:srgbClr val="000000"/>
              </a:solidFill>
              <a:latin typeface="Times New Roman Bold"/>
              <a:ea typeface="Times New Roman Bold"/>
              <a:cs typeface="Times New Roman Bold"/>
              <a:sym typeface="Times New Roman Bold"/>
            </a:endParaRPr>
          </a:p>
          <a:p>
            <a:pPr marL="325771" lvl="1" indent="-162885">
              <a:lnSpc>
                <a:spcPts val="2591"/>
              </a:lnSpc>
              <a:buFont typeface="Arial"/>
              <a:buChar char="•"/>
            </a:pPr>
            <a:endParaRPr lang="en-US" b="1" dirty="0">
              <a:solidFill>
                <a:srgbClr val="000000"/>
              </a:solidFill>
              <a:latin typeface="Times New Roman Bold"/>
              <a:ea typeface="Times New Roman Bold"/>
              <a:cs typeface="Times New Roman Bold"/>
              <a:sym typeface="Times New Roman Bold"/>
            </a:endParaRPr>
          </a:p>
          <a:p>
            <a:pPr marL="325771" lvl="1" indent="-162885">
              <a:lnSpc>
                <a:spcPts val="2591"/>
              </a:lnSpc>
              <a:buFont typeface="Arial"/>
              <a:buChar char="•"/>
            </a:pPr>
            <a:endParaRPr lang="en-US" b="1" dirty="0">
              <a:solidFill>
                <a:srgbClr val="000000"/>
              </a:solidFill>
              <a:latin typeface="Times New Roman Bold"/>
              <a:ea typeface="Times New Roman Bold"/>
              <a:cs typeface="Times New Roman Bold"/>
              <a:sym typeface="Times New Roman Bold"/>
            </a:endParaRPr>
          </a:p>
          <a:p>
            <a:pPr marL="325771" lvl="1" indent="-162885">
              <a:lnSpc>
                <a:spcPts val="2591"/>
              </a:lnSpc>
              <a:buFont typeface="Arial"/>
              <a:buChar char="•"/>
            </a:pPr>
            <a:endParaRPr lang="en-US" b="1" dirty="0">
              <a:solidFill>
                <a:srgbClr val="000000"/>
              </a:solidFill>
              <a:latin typeface="Times New Roman Bold"/>
              <a:ea typeface="Times New Roman Bold"/>
              <a:cs typeface="Times New Roman Bold"/>
              <a:sym typeface="Times New Roman Bold"/>
            </a:endParaRPr>
          </a:p>
          <a:p>
            <a:pPr marL="325771" lvl="1" indent="-162885">
              <a:lnSpc>
                <a:spcPts val="2591"/>
              </a:lnSpc>
              <a:buFont typeface="Arial"/>
              <a:buChar char="•"/>
            </a:pPr>
            <a:endParaRPr lang="en-US" b="1" dirty="0">
              <a:solidFill>
                <a:srgbClr val="000000"/>
              </a:solidFill>
              <a:latin typeface="Times New Roman Bold"/>
              <a:ea typeface="Times New Roman Bold"/>
              <a:cs typeface="Times New Roman Bold"/>
              <a:sym typeface="Times New Roman Bold"/>
            </a:endParaRPr>
          </a:p>
          <a:p>
            <a:pPr marL="162885" lvl="1">
              <a:lnSpc>
                <a:spcPts val="2591"/>
              </a:lnSpc>
            </a:pPr>
            <a:r>
              <a:rPr lang="en-US" b="1" dirty="0">
                <a:solidFill>
                  <a:srgbClr val="000000"/>
                </a:solidFill>
                <a:latin typeface="Times New Roman Bold"/>
                <a:ea typeface="Times New Roman Bold"/>
                <a:cs typeface="Times New Roman Bold"/>
                <a:sym typeface="Times New Roman Bold"/>
              </a:rPr>
              <a:t>	                                                  </a:t>
            </a:r>
          </a:p>
          <a:p>
            <a:pPr>
              <a:lnSpc>
                <a:spcPts val="2591"/>
              </a:lnSpc>
            </a:pPr>
            <a:r>
              <a:rPr lang="en-US" b="1" dirty="0">
                <a:solidFill>
                  <a:srgbClr val="000000"/>
                </a:solidFill>
                <a:latin typeface="Times New Roman Bold"/>
                <a:ea typeface="Times New Roman Bold"/>
                <a:cs typeface="Times New Roman Bold"/>
                <a:sym typeface="Times New Roman Bold"/>
              </a:rPr>
              <a:t>   </a:t>
            </a:r>
          </a:p>
          <a:p>
            <a:pPr>
              <a:lnSpc>
                <a:spcPts val="2591"/>
              </a:lnSpc>
            </a:pPr>
            <a:r>
              <a:rPr lang="en-US" b="1" dirty="0">
                <a:solidFill>
                  <a:srgbClr val="000000"/>
                </a:solidFill>
                <a:latin typeface="Times New Roman Bold"/>
                <a:ea typeface="Times New Roman Bold"/>
                <a:cs typeface="Times New Roman Bold"/>
                <a:sym typeface="Times New Roman Bold"/>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E43B7-8C49-A7C2-82CA-FEF5A01F777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9109889-89DC-832C-67A4-A39D3DBAF6AE}"/>
              </a:ext>
            </a:extLst>
          </p:cNvPr>
          <p:cNvSpPr/>
          <p:nvPr/>
        </p:nvSpPr>
        <p:spPr>
          <a:xfrm>
            <a:off x="12700" y="1"/>
            <a:ext cx="12192000" cy="6858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US" sz="1200" dirty="0"/>
          </a:p>
        </p:txBody>
      </p:sp>
      <p:sp>
        <p:nvSpPr>
          <p:cNvPr id="5" name="TextBox 4">
            <a:extLst>
              <a:ext uri="{FF2B5EF4-FFF2-40B4-BE49-F238E27FC236}">
                <a16:creationId xmlns:a16="http://schemas.microsoft.com/office/drawing/2014/main" id="{F0FE19BD-0FBD-8856-50C3-034CB9C8CBEE}"/>
              </a:ext>
            </a:extLst>
          </p:cNvPr>
          <p:cNvSpPr txBox="1"/>
          <p:nvPr/>
        </p:nvSpPr>
        <p:spPr>
          <a:xfrm>
            <a:off x="4368800" y="431800"/>
            <a:ext cx="3606800" cy="687432"/>
          </a:xfrm>
          <a:prstGeom prst="rect">
            <a:avLst/>
          </a:prstGeom>
          <a:noFill/>
        </p:spPr>
        <p:txBody>
          <a:bodyPr wrap="square" rtlCol="0">
            <a:spAutoFit/>
          </a:bodyPr>
          <a:lstStyle/>
          <a:p>
            <a:r>
              <a:rPr lang="en-US" sz="3867" b="1" dirty="0">
                <a:latin typeface="Times New Roman" panose="02020603050405020304" pitchFamily="18" charset="0"/>
                <a:cs typeface="Times New Roman" panose="02020603050405020304" pitchFamily="18" charset="0"/>
              </a:rPr>
              <a:t>Introduction</a:t>
            </a:r>
          </a:p>
        </p:txBody>
      </p:sp>
      <p:sp>
        <p:nvSpPr>
          <p:cNvPr id="3" name="Rectangle 2">
            <a:extLst>
              <a:ext uri="{FF2B5EF4-FFF2-40B4-BE49-F238E27FC236}">
                <a16:creationId xmlns:a16="http://schemas.microsoft.com/office/drawing/2014/main" id="{8DB06657-2486-A296-04C0-D6F6F579E1E1}"/>
              </a:ext>
            </a:extLst>
          </p:cNvPr>
          <p:cNvSpPr/>
          <p:nvPr/>
        </p:nvSpPr>
        <p:spPr>
          <a:xfrm>
            <a:off x="457200" y="1295400"/>
            <a:ext cx="11430000" cy="477901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1600" dirty="0">
                <a:latin typeface="Times New Roman" panose="02020603050405020304" pitchFamily="18" charset="0"/>
                <a:cs typeface="Times New Roman" panose="02020603050405020304" pitchFamily="18" charset="0"/>
              </a:rPr>
              <a:t>Cybersecurity has become one of the most critical challenges in today's digital landscape due to the increasing sophistication of cyber threats. Modern enterprise networks are continuously targeted by </a:t>
            </a:r>
            <a:r>
              <a:rPr lang="en-IN" sz="1600" b="1" dirty="0">
                <a:latin typeface="Times New Roman" panose="02020603050405020304" pitchFamily="18" charset="0"/>
                <a:cs typeface="Times New Roman" panose="02020603050405020304" pitchFamily="18" charset="0"/>
              </a:rPr>
              <a:t>Advanced Persistent Threats (APTs)</a:t>
            </a:r>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zero-day exploits</a:t>
            </a:r>
            <a:r>
              <a:rPr lang="en-IN" sz="1600" dirty="0">
                <a:latin typeface="Times New Roman" panose="02020603050405020304" pitchFamily="18" charset="0"/>
                <a:cs typeface="Times New Roman" panose="02020603050405020304" pitchFamily="18" charset="0"/>
              </a:rPr>
              <a:t>, ransomware, and other evolving attack techniques that can evade traditional defence mechanisms. Conventional security solutions such as </a:t>
            </a:r>
            <a:r>
              <a:rPr lang="en-IN" sz="1600" b="1" dirty="0">
                <a:latin typeface="Times New Roman" panose="02020603050405020304" pitchFamily="18" charset="0"/>
                <a:cs typeface="Times New Roman" panose="02020603050405020304" pitchFamily="18" charset="0"/>
              </a:rPr>
              <a:t>Intrusion Detection Systems (IDS)</a:t>
            </a:r>
            <a:r>
              <a:rPr lang="en-IN" sz="1600" dirty="0">
                <a:latin typeface="Times New Roman" panose="02020603050405020304" pitchFamily="18" charset="0"/>
                <a:cs typeface="Times New Roman" panose="02020603050405020304" pitchFamily="18" charset="0"/>
              </a:rPr>
              <a:t> and </a:t>
            </a:r>
            <a:r>
              <a:rPr lang="en-IN" sz="1600" b="1" dirty="0">
                <a:latin typeface="Times New Roman" panose="02020603050405020304" pitchFamily="18" charset="0"/>
                <a:cs typeface="Times New Roman" panose="02020603050405020304" pitchFamily="18" charset="0"/>
              </a:rPr>
              <a:t>Security Information and Event Management (SIEM)</a:t>
            </a:r>
            <a:r>
              <a:rPr lang="en-IN" sz="1600" dirty="0">
                <a:latin typeface="Times New Roman" panose="02020603050405020304" pitchFamily="18" charset="0"/>
                <a:cs typeface="Times New Roman" panose="02020603050405020304" pitchFamily="18" charset="0"/>
              </a:rPr>
              <a:t> platforms primarily rely on signature-based detection and predefined rules, making them less effective against previously unseen or adaptive attacks.</a:t>
            </a:r>
          </a:p>
          <a:p>
            <a:pPr algn="just"/>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p>
            <a:pPr algn="just"/>
            <a:r>
              <a:rPr lang="en-IN" sz="1600" dirty="0">
                <a:latin typeface="Times New Roman" panose="02020603050405020304" pitchFamily="18" charset="0"/>
                <a:cs typeface="Times New Roman" panose="02020603050405020304" pitchFamily="18" charset="0"/>
              </a:rPr>
              <a:t>Although machine learning techniques have improved threat detection through anomaly detection and classification, they are generally designed for static prediction tasks and lack the capability to make continuous, adaptive decisions during an ongoing cyberattack. As a result, Security Operations Center (SOC) analysts still perform most threat hunting manually, leading to alert fatigue, increased Mean Time to Detect (MTTD), and delayed incident response.</a:t>
            </a:r>
          </a:p>
          <a:p>
            <a:pPr algn="just"/>
            <a:endParaRPr lang="en-IN" sz="1600" dirty="0">
              <a:latin typeface="Times New Roman" panose="02020603050405020304" pitchFamily="18" charset="0"/>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969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3B84-253E-EA09-0C66-6F9257B12E8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4A14D0-8824-6D6A-5041-2943875AF51C}"/>
              </a:ext>
            </a:extLst>
          </p:cNvPr>
          <p:cNvSpPr/>
          <p:nvPr/>
        </p:nvSpPr>
        <p:spPr>
          <a:xfrm>
            <a:off x="12700" y="1"/>
            <a:ext cx="12192000" cy="6858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US" sz="1200" dirty="0"/>
          </a:p>
        </p:txBody>
      </p:sp>
      <p:sp>
        <p:nvSpPr>
          <p:cNvPr id="5" name="TextBox 4">
            <a:extLst>
              <a:ext uri="{FF2B5EF4-FFF2-40B4-BE49-F238E27FC236}">
                <a16:creationId xmlns:a16="http://schemas.microsoft.com/office/drawing/2014/main" id="{1C12FE4B-BF29-2D15-B088-8D5419A24AD4}"/>
              </a:ext>
            </a:extLst>
          </p:cNvPr>
          <p:cNvSpPr txBox="1"/>
          <p:nvPr/>
        </p:nvSpPr>
        <p:spPr>
          <a:xfrm>
            <a:off x="3708400" y="431800"/>
            <a:ext cx="4267200" cy="687432"/>
          </a:xfrm>
          <a:prstGeom prst="rect">
            <a:avLst/>
          </a:prstGeom>
          <a:noFill/>
        </p:spPr>
        <p:txBody>
          <a:bodyPr wrap="square" rtlCol="0">
            <a:spAutoFit/>
          </a:bodyPr>
          <a:lstStyle/>
          <a:p>
            <a:r>
              <a:rPr lang="en-US" sz="3867" b="1" dirty="0">
                <a:latin typeface="Times New Roman" panose="02020603050405020304" pitchFamily="18" charset="0"/>
                <a:cs typeface="Times New Roman" panose="02020603050405020304" pitchFamily="18" charset="0"/>
              </a:rPr>
              <a:t>Problem Definition</a:t>
            </a:r>
          </a:p>
        </p:txBody>
      </p:sp>
      <p:sp>
        <p:nvSpPr>
          <p:cNvPr id="3" name="Rectangle 2">
            <a:extLst>
              <a:ext uri="{FF2B5EF4-FFF2-40B4-BE49-F238E27FC236}">
                <a16:creationId xmlns:a16="http://schemas.microsoft.com/office/drawing/2014/main" id="{B25260B5-DBE7-5AC5-47FA-3A5BAA6CADFB}"/>
              </a:ext>
            </a:extLst>
          </p:cNvPr>
          <p:cNvSpPr/>
          <p:nvPr/>
        </p:nvSpPr>
        <p:spPr>
          <a:xfrm>
            <a:off x="457200" y="1295401"/>
            <a:ext cx="11430000" cy="34544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just"/>
            <a:r>
              <a:rPr lang="en-IN" sz="1600" dirty="0">
                <a:latin typeface="Times New Roman" panose="02020603050405020304" pitchFamily="18" charset="0"/>
                <a:cs typeface="Times New Roman" panose="02020603050405020304" pitchFamily="18" charset="0"/>
              </a:rPr>
              <a:t>To address these challenges, this research work proposes an </a:t>
            </a:r>
            <a:r>
              <a:rPr lang="en-IN" sz="1600" b="1" dirty="0">
                <a:latin typeface="Times New Roman" panose="02020603050405020304" pitchFamily="18" charset="0"/>
                <a:cs typeface="Times New Roman" panose="02020603050405020304" pitchFamily="18" charset="0"/>
              </a:rPr>
              <a:t>Autonomous Cyber Threat Hunting Agent using Reinforcement Learning (RL)</a:t>
            </a:r>
            <a:r>
              <a:rPr lang="en-IN" sz="1600" dirty="0">
                <a:latin typeface="Times New Roman" panose="02020603050405020304" pitchFamily="18" charset="0"/>
                <a:cs typeface="Times New Roman" panose="02020603050405020304" pitchFamily="18" charset="0"/>
              </a:rPr>
              <a:t>. By learning through interaction with a simulated network environment, the RL agent can continuously observe network behaviour, identify suspicious activities, prioritize potential threats, and recommend or execute appropriate response actions. This approach aims to move beyond passive detection toward intelligent, adaptive, and autonomous cyber defence.</a:t>
            </a:r>
          </a:p>
        </p:txBody>
      </p:sp>
    </p:spTree>
    <p:extLst>
      <p:ext uri="{BB962C8B-B14F-4D97-AF65-F5344CB8AC3E}">
        <p14:creationId xmlns:p14="http://schemas.microsoft.com/office/powerpoint/2010/main" val="2510967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0478-DDDC-083C-16C7-03BA553EDC1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27E1D16-1616-511E-E555-4A15F95EC6AC}"/>
              </a:ext>
            </a:extLst>
          </p:cNvPr>
          <p:cNvSpPr/>
          <p:nvPr/>
        </p:nvSpPr>
        <p:spPr>
          <a:xfrm>
            <a:off x="12700" y="1"/>
            <a:ext cx="12192000" cy="6858000"/>
          </a:xfrm>
          <a:custGeom>
            <a:avLst/>
            <a:gdLst/>
            <a:ahLst/>
            <a:cxnLst/>
            <a:rect l="l" t="t" r="r" b="b"/>
            <a:pathLst>
              <a:path w="18288000" h="10287000">
                <a:moveTo>
                  <a:pt x="0" y="0"/>
                </a:moveTo>
                <a:lnTo>
                  <a:pt x="18288000" y="0"/>
                </a:lnTo>
                <a:lnTo>
                  <a:pt x="18288000" y="10287001"/>
                </a:lnTo>
                <a:lnTo>
                  <a:pt x="0" y="10287001"/>
                </a:lnTo>
                <a:lnTo>
                  <a:pt x="0" y="0"/>
                </a:lnTo>
                <a:close/>
              </a:path>
            </a:pathLst>
          </a:custGeom>
          <a:blipFill>
            <a:blip r:embed="rId2"/>
            <a:stretch>
              <a:fillRect/>
            </a:stretch>
          </a:blipFill>
        </p:spPr>
        <p:txBody>
          <a:bodyPr/>
          <a:lstStyle/>
          <a:p>
            <a:endParaRPr lang="en-IN" sz="1200" dirty="0"/>
          </a:p>
        </p:txBody>
      </p:sp>
      <p:sp>
        <p:nvSpPr>
          <p:cNvPr id="5" name="TextBox 5">
            <a:extLst>
              <a:ext uri="{FF2B5EF4-FFF2-40B4-BE49-F238E27FC236}">
                <a16:creationId xmlns:a16="http://schemas.microsoft.com/office/drawing/2014/main" id="{64D08D93-A1AB-0A7D-145F-91D706150AC0}"/>
              </a:ext>
            </a:extLst>
          </p:cNvPr>
          <p:cNvSpPr txBox="1"/>
          <p:nvPr/>
        </p:nvSpPr>
        <p:spPr>
          <a:xfrm>
            <a:off x="4775200" y="431800"/>
            <a:ext cx="2286000" cy="551433"/>
          </a:xfrm>
          <a:prstGeom prst="rect">
            <a:avLst/>
          </a:prstGeom>
        </p:spPr>
        <p:txBody>
          <a:bodyPr wrap="square" lIns="0" tIns="0" rIns="0" bIns="0" rtlCol="0" anchor="t">
            <a:spAutoFit/>
          </a:bodyPr>
          <a:lstStyle/>
          <a:p>
            <a:pPr>
              <a:lnSpc>
                <a:spcPts val="4277"/>
              </a:lnSpc>
            </a:pPr>
            <a:r>
              <a:rPr lang="en-US" sz="3867" b="1" dirty="0">
                <a:solidFill>
                  <a:srgbClr val="000000"/>
                </a:solidFill>
                <a:latin typeface="Times New Roman Bold"/>
                <a:ea typeface="Times New Roman Bold"/>
                <a:cs typeface="Times New Roman Bold"/>
                <a:sym typeface="Times New Roman Bold"/>
              </a:rPr>
              <a:t>Objectives</a:t>
            </a:r>
          </a:p>
        </p:txBody>
      </p:sp>
      <p:sp>
        <p:nvSpPr>
          <p:cNvPr id="3" name="Rectangle 2">
            <a:extLst>
              <a:ext uri="{FF2B5EF4-FFF2-40B4-BE49-F238E27FC236}">
                <a16:creationId xmlns:a16="http://schemas.microsoft.com/office/drawing/2014/main" id="{4E6BE0C6-7F1E-4037-1C6D-64F73B7E4823}"/>
              </a:ext>
            </a:extLst>
          </p:cNvPr>
          <p:cNvSpPr/>
          <p:nvPr/>
        </p:nvSpPr>
        <p:spPr>
          <a:xfrm>
            <a:off x="711200" y="1143000"/>
            <a:ext cx="10769600" cy="47752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190510" indent="-19051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To</a:t>
            </a:r>
            <a:r>
              <a:rPr lang="en-IN" sz="1200" b="1"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design an autonomous cyber threat hunting framework</a:t>
            </a:r>
            <a:r>
              <a:rPr lang="en-IN" sz="1600" dirty="0">
                <a:latin typeface="Times New Roman" panose="02020603050405020304" pitchFamily="18" charset="0"/>
                <a:cs typeface="Times New Roman" panose="02020603050405020304" pitchFamily="18" charset="0"/>
              </a:rPr>
              <a:t> capable of monitoring network events and identifying malicious activities without continuous human intervention. </a:t>
            </a:r>
            <a:r>
              <a:rPr lang="en-IN" sz="1600" b="1" dirty="0">
                <a:latin typeface="Times New Roman" panose="02020603050405020304" pitchFamily="18" charset="0"/>
                <a:cs typeface="Times New Roman" panose="02020603050405020304" pitchFamily="18" charset="0"/>
              </a:rPr>
              <a:t>To develop a Reinforcement Learning agent</a:t>
            </a:r>
            <a:r>
              <a:rPr lang="en-IN" sz="1600" dirty="0">
                <a:latin typeface="Times New Roman" panose="02020603050405020304" pitchFamily="18" charset="0"/>
                <a:cs typeface="Times New Roman" panose="02020603050405020304" pitchFamily="18" charset="0"/>
              </a:rPr>
              <a:t> that learns optimal threat hunting strategies through interaction with a simulated cybersecurity environment. </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marL="190510" indent="-19051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To detect and prioritize cyber threats</a:t>
            </a:r>
            <a:r>
              <a:rPr lang="en-IN" sz="1600" dirty="0">
                <a:latin typeface="Times New Roman" panose="02020603050405020304" pitchFamily="18" charset="0"/>
                <a:cs typeface="Times New Roman" panose="02020603050405020304" pitchFamily="18" charset="0"/>
              </a:rPr>
              <a:t> by analysing network traffic, security logs, and attack patterns using adaptive decision-making techniques. </a:t>
            </a:r>
            <a:r>
              <a:rPr lang="en-IN" sz="1600" b="1" dirty="0">
                <a:latin typeface="Times New Roman" panose="02020603050405020304" pitchFamily="18" charset="0"/>
                <a:cs typeface="Times New Roman" panose="02020603050405020304" pitchFamily="18" charset="0"/>
              </a:rPr>
              <a:t>To reduce false positives and improve detection accuracy</a:t>
            </a:r>
            <a:r>
              <a:rPr lang="en-IN" sz="1600" dirty="0">
                <a:latin typeface="Times New Roman" panose="02020603050405020304" pitchFamily="18" charset="0"/>
                <a:cs typeface="Times New Roman" panose="02020603050405020304" pitchFamily="18" charset="0"/>
              </a:rPr>
              <a:t> compared with conventional rule-based security systems. </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marL="190510" indent="-19051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To minimize Mean Time to Detect (MTTD) and Mean Time to Respond (MTTR)</a:t>
            </a:r>
            <a:r>
              <a:rPr lang="en-IN" sz="1600" dirty="0">
                <a:latin typeface="Times New Roman" panose="02020603050405020304" pitchFamily="18" charset="0"/>
                <a:cs typeface="Times New Roman" panose="02020603050405020304" pitchFamily="18" charset="0"/>
              </a:rPr>
              <a:t> by enabling automated threat identification and response recommendations. </a:t>
            </a:r>
            <a:r>
              <a:rPr lang="en-IN" sz="1600" b="1" dirty="0">
                <a:latin typeface="Times New Roman" panose="02020603050405020304" pitchFamily="18" charset="0"/>
                <a:cs typeface="Times New Roman" panose="02020603050405020304" pitchFamily="18" charset="0"/>
              </a:rPr>
              <a:t>To evaluate the effectiveness of the proposed framework</a:t>
            </a:r>
            <a:r>
              <a:rPr lang="en-IN" sz="1600" dirty="0">
                <a:latin typeface="Times New Roman" panose="02020603050405020304" pitchFamily="18" charset="0"/>
                <a:cs typeface="Times New Roman" panose="02020603050405020304" pitchFamily="18" charset="0"/>
              </a:rPr>
              <a:t> using benchmark cybersecurity datasets and standard performance metrics such as Precision, Recall, F1-score, Detection Rate, and Cumulative Reward. </a:t>
            </a:r>
          </a:p>
        </p:txBody>
      </p:sp>
    </p:spTree>
    <p:extLst>
      <p:ext uri="{BB962C8B-B14F-4D97-AF65-F5344CB8AC3E}">
        <p14:creationId xmlns:p14="http://schemas.microsoft.com/office/powerpoint/2010/main" val="1102532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8EB00-75A1-64D6-DD3A-FF41284C946D}"/>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35C9A1CA-BEDD-CA16-B199-97A92F1A561E}"/>
              </a:ext>
            </a:extLst>
          </p:cNvPr>
          <p:cNvSpPr txBox="1">
            <a:spLocks noGrp="1"/>
          </p:cNvSpPr>
          <p:nvPr>
            <p:ph type="subTitle" idx="1"/>
          </p:nvPr>
        </p:nvSpPr>
        <p:spPr/>
        <p:txBody>
          <a:bodyPr/>
          <a:lstStyle/>
          <a:p>
            <a:endParaRPr lang="en-IN"/>
          </a:p>
        </p:txBody>
      </p:sp>
      <p:sp>
        <p:nvSpPr>
          <p:cNvPr id="4" name="Freeform 2">
            <a:extLst>
              <a:ext uri="{FF2B5EF4-FFF2-40B4-BE49-F238E27FC236}">
                <a16:creationId xmlns:a16="http://schemas.microsoft.com/office/drawing/2014/main" id="{6AF6E632-DF60-5410-7921-91A94C19C4CC}"/>
              </a:ext>
            </a:extLst>
          </p:cNvPr>
          <p:cNvSpPr/>
          <p:nvPr/>
        </p:nvSpPr>
        <p:spPr>
          <a:xfrm>
            <a:off x="0" y="-25402"/>
            <a:ext cx="12191996" cy="6858000"/>
          </a:xfrm>
          <a:custGeom>
            <a:avLst/>
            <a:gdLst>
              <a:gd name="f0" fmla="val w"/>
              <a:gd name="f1" fmla="val h"/>
              <a:gd name="f2" fmla="val 0"/>
              <a:gd name="f3" fmla="val 18288000"/>
              <a:gd name="f4" fmla="val 10287000"/>
              <a:gd name="f5" fmla="*/ f0 1 18288000"/>
              <a:gd name="f6" fmla="*/ f1 1 10287000"/>
              <a:gd name="f7" fmla="+- f4 0 f2"/>
              <a:gd name="f8" fmla="+- f3 0 f2"/>
              <a:gd name="f9" fmla="*/ f8 1 18288000"/>
              <a:gd name="f10" fmla="*/ f7 1 10287000"/>
              <a:gd name="f11" fmla="*/ f2 1 f9"/>
              <a:gd name="f12" fmla="*/ f3 1 f9"/>
              <a:gd name="f13" fmla="*/ f2 1 f10"/>
              <a:gd name="f14" fmla="*/ f4 1 f10"/>
              <a:gd name="f15" fmla="*/ f11 f5 1"/>
              <a:gd name="f16" fmla="*/ f12 f5 1"/>
              <a:gd name="f17" fmla="*/ f14 f6 1"/>
              <a:gd name="f18" fmla="*/ f13 f6 1"/>
            </a:gdLst>
            <a:ahLst/>
            <a:cxnLst>
              <a:cxn ang="3cd4">
                <a:pos x="hc" y="t"/>
              </a:cxn>
              <a:cxn ang="0">
                <a:pos x="r" y="vc"/>
              </a:cxn>
              <a:cxn ang="cd4">
                <a:pos x="hc" y="b"/>
              </a:cxn>
              <a:cxn ang="cd2">
                <a:pos x="l" y="vc"/>
              </a:cxn>
            </a:cxnLst>
            <a:rect l="f15" t="f18" r="f16" b="f17"/>
            <a:pathLst>
              <a:path w="18288000" h="10287000">
                <a:moveTo>
                  <a:pt x="f2" y="f2"/>
                </a:moveTo>
                <a:lnTo>
                  <a:pt x="f3" y="f2"/>
                </a:lnTo>
                <a:lnTo>
                  <a:pt x="f3" y="f4"/>
                </a:lnTo>
                <a:lnTo>
                  <a:pt x="f2" y="f4"/>
                </a:lnTo>
                <a:lnTo>
                  <a:pt x="f2" y="f2"/>
                </a:lnTo>
                <a:close/>
              </a:path>
            </a:pathLst>
          </a:custGeom>
          <a:blipFill>
            <a:blip r:embed="rId2">
              <a:alphaModFix/>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5" name="Picture 6">
            <a:extLst>
              <a:ext uri="{FF2B5EF4-FFF2-40B4-BE49-F238E27FC236}">
                <a16:creationId xmlns:a16="http://schemas.microsoft.com/office/drawing/2014/main" id="{10509AA2-1D0D-39E0-3552-DFECB7E3C024}"/>
              </a:ext>
            </a:extLst>
          </p:cNvPr>
          <p:cNvPicPr>
            <a:picLocks noChangeAspect="1"/>
          </p:cNvPicPr>
          <p:nvPr/>
        </p:nvPicPr>
        <p:blipFill>
          <a:blip r:embed="rId3"/>
          <a:stretch>
            <a:fillRect/>
          </a:stretch>
        </p:blipFill>
        <p:spPr>
          <a:xfrm>
            <a:off x="0" y="-26548"/>
            <a:ext cx="12191996" cy="6911096"/>
          </a:xfrm>
          <a:prstGeom prst="rect">
            <a:avLst/>
          </a:prstGeom>
          <a:noFill/>
          <a:ln cap="flat">
            <a:noFill/>
          </a:ln>
        </p:spPr>
      </p:pic>
      <p:sp>
        <p:nvSpPr>
          <p:cNvPr id="6" name="TextBox 9">
            <a:extLst>
              <a:ext uri="{FF2B5EF4-FFF2-40B4-BE49-F238E27FC236}">
                <a16:creationId xmlns:a16="http://schemas.microsoft.com/office/drawing/2014/main" id="{262A8D38-58F6-F150-448F-3E0E01A624B1}"/>
              </a:ext>
            </a:extLst>
          </p:cNvPr>
          <p:cNvSpPr txBox="1"/>
          <p:nvPr/>
        </p:nvSpPr>
        <p:spPr>
          <a:xfrm>
            <a:off x="3156155" y="507060"/>
            <a:ext cx="587968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Dataset Collection and Preprocessing</a:t>
            </a:r>
          </a:p>
        </p:txBody>
      </p:sp>
      <p:sp>
        <p:nvSpPr>
          <p:cNvPr id="9" name="TextBox 8">
            <a:extLst>
              <a:ext uri="{FF2B5EF4-FFF2-40B4-BE49-F238E27FC236}">
                <a16:creationId xmlns:a16="http://schemas.microsoft.com/office/drawing/2014/main" id="{7C80633B-4CC9-072A-CAC0-F36FB9122731}"/>
              </a:ext>
            </a:extLst>
          </p:cNvPr>
          <p:cNvSpPr txBox="1"/>
          <p:nvPr/>
        </p:nvSpPr>
        <p:spPr>
          <a:xfrm>
            <a:off x="457198" y="1122361"/>
            <a:ext cx="11277600" cy="4247317"/>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The dataset is for The </a:t>
            </a:r>
            <a:r>
              <a:rPr lang="en-IN" b="1" dirty="0">
                <a:latin typeface="Times New Roman" panose="02020603050405020304" pitchFamily="18" charset="0"/>
                <a:cs typeface="Times New Roman" panose="02020603050405020304" pitchFamily="18" charset="0"/>
              </a:rPr>
              <a:t>CICIoT2023 dataset</a:t>
            </a:r>
            <a:r>
              <a:rPr lang="en-IN" dirty="0">
                <a:latin typeface="Times New Roman" panose="02020603050405020304" pitchFamily="18" charset="0"/>
                <a:cs typeface="Times New Roman" panose="02020603050405020304" pitchFamily="18" charset="0"/>
              </a:rPr>
              <a:t> is used as the primary cybersecurity dataset for this project. It contains network traffic representing both </a:t>
            </a:r>
            <a:r>
              <a:rPr lang="en-IN" b="1" dirty="0">
                <a:latin typeface="Times New Roman" panose="02020603050405020304" pitchFamily="18" charset="0"/>
                <a:cs typeface="Times New Roman" panose="02020603050405020304" pitchFamily="18" charset="0"/>
              </a:rPr>
              <a:t>benign and malicious activities</a:t>
            </a:r>
            <a:r>
              <a:rPr lang="en-IN" dirty="0">
                <a:latin typeface="Times New Roman" panose="02020603050405020304" pitchFamily="18" charset="0"/>
                <a:cs typeface="Times New Roman" panose="02020603050405020304" pitchFamily="18" charset="0"/>
              </a:rPr>
              <a:t> generated from an IoT-based network environment.</a:t>
            </a:r>
          </a:p>
          <a:p>
            <a:pPr>
              <a:buNone/>
            </a:pPr>
            <a:r>
              <a:rPr lang="en-IN" dirty="0">
                <a:latin typeface="Times New Roman" panose="02020603050405020304" pitchFamily="18" charset="0"/>
                <a:cs typeface="Times New Roman" panose="02020603050405020304" pitchFamily="18" charset="0"/>
              </a:rPr>
              <a:t>st examined to understand its features, attack categories, and data distribution. The collected network traffic is then prepared for use by the proposed cyber threat-hunting environment.</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 preprocessing stage includes: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Loading and analysing the CICIoT2023 dataset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Removing irrelevant or inconsistent data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Handling missing values, if present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Selecting relevant network traffic features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Converting categorical information into numerical representation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Normalizing/scaling numerical features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Mapping the processed information into a format suitable for the RL environment </a:t>
            </a:r>
          </a:p>
          <a:p>
            <a:pPr lvl="0"/>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 final processed features are converted into </a:t>
            </a:r>
            <a:r>
              <a:rPr lang="en-IN" b="1" dirty="0">
                <a:latin typeface="Times New Roman" panose="02020603050405020304" pitchFamily="18" charset="0"/>
                <a:cs typeface="Times New Roman" panose="02020603050405020304" pitchFamily="18" charset="0"/>
              </a:rPr>
              <a:t>state representations</a:t>
            </a:r>
            <a:r>
              <a:rPr lang="en-IN" dirty="0">
                <a:latin typeface="Times New Roman" panose="02020603050405020304" pitchFamily="18" charset="0"/>
                <a:cs typeface="Times New Roman" panose="02020603050405020304" pitchFamily="18" charset="0"/>
              </a:rPr>
              <a:t> that can be observed by the RL agent.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9AA20-D250-4131-7859-570A69B80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818B3-EC11-3EDC-49E1-6509A7FECA65}"/>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AB68628-CF63-E525-31DD-59F73586D2FE}"/>
              </a:ext>
            </a:extLst>
          </p:cNvPr>
          <p:cNvSpPr txBox="1">
            <a:spLocks noGrp="1"/>
          </p:cNvSpPr>
          <p:nvPr>
            <p:ph type="subTitle" idx="1"/>
          </p:nvPr>
        </p:nvSpPr>
        <p:spPr/>
        <p:txBody>
          <a:bodyPr/>
          <a:lstStyle/>
          <a:p>
            <a:endParaRPr lang="en-IN"/>
          </a:p>
        </p:txBody>
      </p:sp>
      <p:sp>
        <p:nvSpPr>
          <p:cNvPr id="4" name="Freeform 2">
            <a:extLst>
              <a:ext uri="{FF2B5EF4-FFF2-40B4-BE49-F238E27FC236}">
                <a16:creationId xmlns:a16="http://schemas.microsoft.com/office/drawing/2014/main" id="{FA73A480-DBED-838E-11EE-64352DEEC2E6}"/>
              </a:ext>
            </a:extLst>
          </p:cNvPr>
          <p:cNvSpPr/>
          <p:nvPr/>
        </p:nvSpPr>
        <p:spPr>
          <a:xfrm>
            <a:off x="0" y="-25402"/>
            <a:ext cx="12191996" cy="6858000"/>
          </a:xfrm>
          <a:custGeom>
            <a:avLst/>
            <a:gdLst>
              <a:gd name="f0" fmla="val w"/>
              <a:gd name="f1" fmla="val h"/>
              <a:gd name="f2" fmla="val 0"/>
              <a:gd name="f3" fmla="val 18288000"/>
              <a:gd name="f4" fmla="val 10287000"/>
              <a:gd name="f5" fmla="*/ f0 1 18288000"/>
              <a:gd name="f6" fmla="*/ f1 1 10287000"/>
              <a:gd name="f7" fmla="+- f4 0 f2"/>
              <a:gd name="f8" fmla="+- f3 0 f2"/>
              <a:gd name="f9" fmla="*/ f8 1 18288000"/>
              <a:gd name="f10" fmla="*/ f7 1 10287000"/>
              <a:gd name="f11" fmla="*/ f2 1 f9"/>
              <a:gd name="f12" fmla="*/ f3 1 f9"/>
              <a:gd name="f13" fmla="*/ f2 1 f10"/>
              <a:gd name="f14" fmla="*/ f4 1 f10"/>
              <a:gd name="f15" fmla="*/ f11 f5 1"/>
              <a:gd name="f16" fmla="*/ f12 f5 1"/>
              <a:gd name="f17" fmla="*/ f14 f6 1"/>
              <a:gd name="f18" fmla="*/ f13 f6 1"/>
            </a:gdLst>
            <a:ahLst/>
            <a:cxnLst>
              <a:cxn ang="3cd4">
                <a:pos x="hc" y="t"/>
              </a:cxn>
              <a:cxn ang="0">
                <a:pos x="r" y="vc"/>
              </a:cxn>
              <a:cxn ang="cd4">
                <a:pos x="hc" y="b"/>
              </a:cxn>
              <a:cxn ang="cd2">
                <a:pos x="l" y="vc"/>
              </a:cxn>
            </a:cxnLst>
            <a:rect l="f15" t="f18" r="f16" b="f17"/>
            <a:pathLst>
              <a:path w="18288000" h="10287000">
                <a:moveTo>
                  <a:pt x="f2" y="f2"/>
                </a:moveTo>
                <a:lnTo>
                  <a:pt x="f3" y="f2"/>
                </a:lnTo>
                <a:lnTo>
                  <a:pt x="f3" y="f4"/>
                </a:lnTo>
                <a:lnTo>
                  <a:pt x="f2" y="f4"/>
                </a:lnTo>
                <a:lnTo>
                  <a:pt x="f2" y="f2"/>
                </a:lnTo>
                <a:close/>
              </a:path>
            </a:pathLst>
          </a:custGeom>
          <a:blipFill>
            <a:blip r:embed="rId2">
              <a:alphaModFix/>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5" name="Picture 6">
            <a:extLst>
              <a:ext uri="{FF2B5EF4-FFF2-40B4-BE49-F238E27FC236}">
                <a16:creationId xmlns:a16="http://schemas.microsoft.com/office/drawing/2014/main" id="{160C834B-A31F-2026-450D-20332B442C15}"/>
              </a:ext>
            </a:extLst>
          </p:cNvPr>
          <p:cNvPicPr>
            <a:picLocks noChangeAspect="1"/>
          </p:cNvPicPr>
          <p:nvPr/>
        </p:nvPicPr>
        <p:blipFill>
          <a:blip r:embed="rId3"/>
          <a:stretch>
            <a:fillRect/>
          </a:stretch>
        </p:blipFill>
        <p:spPr>
          <a:xfrm>
            <a:off x="0" y="-26548"/>
            <a:ext cx="12191996" cy="6911096"/>
          </a:xfrm>
          <a:prstGeom prst="rect">
            <a:avLst/>
          </a:prstGeom>
          <a:noFill/>
          <a:ln cap="flat">
            <a:noFill/>
          </a:ln>
        </p:spPr>
      </p:pic>
      <p:sp>
        <p:nvSpPr>
          <p:cNvPr id="6" name="TextBox 9">
            <a:extLst>
              <a:ext uri="{FF2B5EF4-FFF2-40B4-BE49-F238E27FC236}">
                <a16:creationId xmlns:a16="http://schemas.microsoft.com/office/drawing/2014/main" id="{28252099-6F7E-AF84-142B-67D31FE5102A}"/>
              </a:ext>
            </a:extLst>
          </p:cNvPr>
          <p:cNvSpPr txBox="1"/>
          <p:nvPr/>
        </p:nvSpPr>
        <p:spPr>
          <a:xfrm>
            <a:off x="3156155" y="507060"/>
            <a:ext cx="587968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Dataset Collection and Preprocessing</a:t>
            </a:r>
          </a:p>
        </p:txBody>
      </p:sp>
      <p:pic>
        <p:nvPicPr>
          <p:cNvPr id="11" name="Picture 10">
            <a:extLst>
              <a:ext uri="{FF2B5EF4-FFF2-40B4-BE49-F238E27FC236}">
                <a16:creationId xmlns:a16="http://schemas.microsoft.com/office/drawing/2014/main" id="{7CBB3CF0-5D82-5F9F-81D4-3A9E54D32A1A}"/>
              </a:ext>
            </a:extLst>
          </p:cNvPr>
          <p:cNvPicPr>
            <a:picLocks noChangeAspect="1"/>
          </p:cNvPicPr>
          <p:nvPr/>
        </p:nvPicPr>
        <p:blipFill>
          <a:blip r:embed="rId4"/>
          <a:stretch>
            <a:fillRect/>
          </a:stretch>
        </p:blipFill>
        <p:spPr>
          <a:xfrm>
            <a:off x="673858" y="1030279"/>
            <a:ext cx="10844279" cy="4541573"/>
          </a:xfrm>
          <a:prstGeom prst="rect">
            <a:avLst/>
          </a:prstGeom>
        </p:spPr>
      </p:pic>
    </p:spTree>
    <p:extLst>
      <p:ext uri="{BB962C8B-B14F-4D97-AF65-F5344CB8AC3E}">
        <p14:creationId xmlns:p14="http://schemas.microsoft.com/office/powerpoint/2010/main" val="2553206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FC9A1-CA0A-A18F-F5F8-7037AE596B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1E917-8EE0-A1B3-CEE7-A5F8FD45E624}"/>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10D6F55-C873-2010-C92A-4979A25F9803}"/>
              </a:ext>
            </a:extLst>
          </p:cNvPr>
          <p:cNvSpPr txBox="1">
            <a:spLocks noGrp="1"/>
          </p:cNvSpPr>
          <p:nvPr>
            <p:ph type="subTitle" idx="1"/>
          </p:nvPr>
        </p:nvSpPr>
        <p:spPr/>
        <p:txBody>
          <a:bodyPr/>
          <a:lstStyle/>
          <a:p>
            <a:endParaRPr lang="en-IN"/>
          </a:p>
        </p:txBody>
      </p:sp>
      <p:sp>
        <p:nvSpPr>
          <p:cNvPr id="4" name="Freeform 2">
            <a:extLst>
              <a:ext uri="{FF2B5EF4-FFF2-40B4-BE49-F238E27FC236}">
                <a16:creationId xmlns:a16="http://schemas.microsoft.com/office/drawing/2014/main" id="{6A399830-2394-5DBB-E94E-67F92D16FDB9}"/>
              </a:ext>
            </a:extLst>
          </p:cNvPr>
          <p:cNvSpPr/>
          <p:nvPr/>
        </p:nvSpPr>
        <p:spPr>
          <a:xfrm>
            <a:off x="0" y="-25402"/>
            <a:ext cx="12191996" cy="6858000"/>
          </a:xfrm>
          <a:custGeom>
            <a:avLst/>
            <a:gdLst>
              <a:gd name="f0" fmla="val w"/>
              <a:gd name="f1" fmla="val h"/>
              <a:gd name="f2" fmla="val 0"/>
              <a:gd name="f3" fmla="val 18288000"/>
              <a:gd name="f4" fmla="val 10287000"/>
              <a:gd name="f5" fmla="*/ f0 1 18288000"/>
              <a:gd name="f6" fmla="*/ f1 1 10287000"/>
              <a:gd name="f7" fmla="+- f4 0 f2"/>
              <a:gd name="f8" fmla="+- f3 0 f2"/>
              <a:gd name="f9" fmla="*/ f8 1 18288000"/>
              <a:gd name="f10" fmla="*/ f7 1 10287000"/>
              <a:gd name="f11" fmla="*/ f2 1 f9"/>
              <a:gd name="f12" fmla="*/ f3 1 f9"/>
              <a:gd name="f13" fmla="*/ f2 1 f10"/>
              <a:gd name="f14" fmla="*/ f4 1 f10"/>
              <a:gd name="f15" fmla="*/ f11 f5 1"/>
              <a:gd name="f16" fmla="*/ f12 f5 1"/>
              <a:gd name="f17" fmla="*/ f14 f6 1"/>
              <a:gd name="f18" fmla="*/ f13 f6 1"/>
            </a:gdLst>
            <a:ahLst/>
            <a:cxnLst>
              <a:cxn ang="3cd4">
                <a:pos x="hc" y="t"/>
              </a:cxn>
              <a:cxn ang="0">
                <a:pos x="r" y="vc"/>
              </a:cxn>
              <a:cxn ang="cd4">
                <a:pos x="hc" y="b"/>
              </a:cxn>
              <a:cxn ang="cd2">
                <a:pos x="l" y="vc"/>
              </a:cxn>
            </a:cxnLst>
            <a:rect l="f15" t="f18" r="f16" b="f17"/>
            <a:pathLst>
              <a:path w="18288000" h="10287000">
                <a:moveTo>
                  <a:pt x="f2" y="f2"/>
                </a:moveTo>
                <a:lnTo>
                  <a:pt x="f3" y="f2"/>
                </a:lnTo>
                <a:lnTo>
                  <a:pt x="f3" y="f4"/>
                </a:lnTo>
                <a:lnTo>
                  <a:pt x="f2" y="f4"/>
                </a:lnTo>
                <a:lnTo>
                  <a:pt x="f2" y="f2"/>
                </a:lnTo>
                <a:close/>
              </a:path>
            </a:pathLst>
          </a:custGeom>
          <a:blipFill>
            <a:blip r:embed="rId2">
              <a:alphaModFix/>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5" name="Picture 6">
            <a:extLst>
              <a:ext uri="{FF2B5EF4-FFF2-40B4-BE49-F238E27FC236}">
                <a16:creationId xmlns:a16="http://schemas.microsoft.com/office/drawing/2014/main" id="{92D37D17-DA3F-57C9-BFF8-DF1341D1C48E}"/>
              </a:ext>
            </a:extLst>
          </p:cNvPr>
          <p:cNvPicPr>
            <a:picLocks noChangeAspect="1"/>
          </p:cNvPicPr>
          <p:nvPr/>
        </p:nvPicPr>
        <p:blipFill>
          <a:blip r:embed="rId3"/>
          <a:stretch>
            <a:fillRect/>
          </a:stretch>
        </p:blipFill>
        <p:spPr>
          <a:xfrm>
            <a:off x="0" y="-26548"/>
            <a:ext cx="12191996" cy="6911096"/>
          </a:xfrm>
          <a:prstGeom prst="rect">
            <a:avLst/>
          </a:prstGeom>
          <a:noFill/>
          <a:ln cap="flat">
            <a:noFill/>
          </a:ln>
        </p:spPr>
      </p:pic>
      <p:sp>
        <p:nvSpPr>
          <p:cNvPr id="6" name="TextBox 9">
            <a:extLst>
              <a:ext uri="{FF2B5EF4-FFF2-40B4-BE49-F238E27FC236}">
                <a16:creationId xmlns:a16="http://schemas.microsoft.com/office/drawing/2014/main" id="{1AD5253F-B3CB-E451-47A6-D7B245809A47}"/>
              </a:ext>
            </a:extLst>
          </p:cNvPr>
          <p:cNvSpPr txBox="1"/>
          <p:nvPr/>
        </p:nvSpPr>
        <p:spPr>
          <a:xfrm>
            <a:off x="3156155" y="507060"/>
            <a:ext cx="587968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Dataset Collection and Preprocessing</a:t>
            </a:r>
          </a:p>
        </p:txBody>
      </p:sp>
      <p:pic>
        <p:nvPicPr>
          <p:cNvPr id="8" name="Picture 7">
            <a:extLst>
              <a:ext uri="{FF2B5EF4-FFF2-40B4-BE49-F238E27FC236}">
                <a16:creationId xmlns:a16="http://schemas.microsoft.com/office/drawing/2014/main" id="{CD6C2961-2C57-0437-37AA-77193DC2D587}"/>
              </a:ext>
            </a:extLst>
          </p:cNvPr>
          <p:cNvPicPr>
            <a:picLocks noChangeAspect="1"/>
          </p:cNvPicPr>
          <p:nvPr/>
        </p:nvPicPr>
        <p:blipFill>
          <a:blip r:embed="rId4"/>
          <a:stretch>
            <a:fillRect/>
          </a:stretch>
        </p:blipFill>
        <p:spPr>
          <a:xfrm>
            <a:off x="373626" y="1030279"/>
            <a:ext cx="11454580" cy="4705360"/>
          </a:xfrm>
          <a:prstGeom prst="rect">
            <a:avLst/>
          </a:prstGeom>
        </p:spPr>
      </p:pic>
    </p:spTree>
    <p:extLst>
      <p:ext uri="{BB962C8B-B14F-4D97-AF65-F5344CB8AC3E}">
        <p14:creationId xmlns:p14="http://schemas.microsoft.com/office/powerpoint/2010/main" val="549667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3CF05-B679-404A-AAF5-9F34ED83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C7389-248A-E102-8F03-03F0F9C9B93E}"/>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4DF7EAB-98DE-E8A0-2326-613372D55B29}"/>
              </a:ext>
            </a:extLst>
          </p:cNvPr>
          <p:cNvSpPr txBox="1">
            <a:spLocks noGrp="1"/>
          </p:cNvSpPr>
          <p:nvPr>
            <p:ph type="subTitle" idx="1"/>
          </p:nvPr>
        </p:nvSpPr>
        <p:spPr/>
        <p:txBody>
          <a:bodyPr/>
          <a:lstStyle/>
          <a:p>
            <a:endParaRPr lang="en-IN"/>
          </a:p>
        </p:txBody>
      </p:sp>
      <p:sp>
        <p:nvSpPr>
          <p:cNvPr id="4" name="Freeform 2">
            <a:extLst>
              <a:ext uri="{FF2B5EF4-FFF2-40B4-BE49-F238E27FC236}">
                <a16:creationId xmlns:a16="http://schemas.microsoft.com/office/drawing/2014/main" id="{1666D627-9332-B90F-FA23-DB8373CF7560}"/>
              </a:ext>
            </a:extLst>
          </p:cNvPr>
          <p:cNvSpPr/>
          <p:nvPr/>
        </p:nvSpPr>
        <p:spPr>
          <a:xfrm>
            <a:off x="0" y="-25402"/>
            <a:ext cx="12191996" cy="6858000"/>
          </a:xfrm>
          <a:custGeom>
            <a:avLst/>
            <a:gdLst>
              <a:gd name="f0" fmla="val w"/>
              <a:gd name="f1" fmla="val h"/>
              <a:gd name="f2" fmla="val 0"/>
              <a:gd name="f3" fmla="val 18288000"/>
              <a:gd name="f4" fmla="val 10287000"/>
              <a:gd name="f5" fmla="*/ f0 1 18288000"/>
              <a:gd name="f6" fmla="*/ f1 1 10287000"/>
              <a:gd name="f7" fmla="+- f4 0 f2"/>
              <a:gd name="f8" fmla="+- f3 0 f2"/>
              <a:gd name="f9" fmla="*/ f8 1 18288000"/>
              <a:gd name="f10" fmla="*/ f7 1 10287000"/>
              <a:gd name="f11" fmla="*/ f2 1 f9"/>
              <a:gd name="f12" fmla="*/ f3 1 f9"/>
              <a:gd name="f13" fmla="*/ f2 1 f10"/>
              <a:gd name="f14" fmla="*/ f4 1 f10"/>
              <a:gd name="f15" fmla="*/ f11 f5 1"/>
              <a:gd name="f16" fmla="*/ f12 f5 1"/>
              <a:gd name="f17" fmla="*/ f14 f6 1"/>
              <a:gd name="f18" fmla="*/ f13 f6 1"/>
            </a:gdLst>
            <a:ahLst/>
            <a:cxnLst>
              <a:cxn ang="3cd4">
                <a:pos x="hc" y="t"/>
              </a:cxn>
              <a:cxn ang="0">
                <a:pos x="r" y="vc"/>
              </a:cxn>
              <a:cxn ang="cd4">
                <a:pos x="hc" y="b"/>
              </a:cxn>
              <a:cxn ang="cd2">
                <a:pos x="l" y="vc"/>
              </a:cxn>
            </a:cxnLst>
            <a:rect l="f15" t="f18" r="f16" b="f17"/>
            <a:pathLst>
              <a:path w="18288000" h="10287000">
                <a:moveTo>
                  <a:pt x="f2" y="f2"/>
                </a:moveTo>
                <a:lnTo>
                  <a:pt x="f3" y="f2"/>
                </a:lnTo>
                <a:lnTo>
                  <a:pt x="f3" y="f4"/>
                </a:lnTo>
                <a:lnTo>
                  <a:pt x="f2" y="f4"/>
                </a:lnTo>
                <a:lnTo>
                  <a:pt x="f2" y="f2"/>
                </a:lnTo>
                <a:close/>
              </a:path>
            </a:pathLst>
          </a:custGeom>
          <a:blipFill>
            <a:blip r:embed="rId2">
              <a:alphaModFix/>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5" name="Picture 6">
            <a:extLst>
              <a:ext uri="{FF2B5EF4-FFF2-40B4-BE49-F238E27FC236}">
                <a16:creationId xmlns:a16="http://schemas.microsoft.com/office/drawing/2014/main" id="{C99F0637-52DC-194B-1EA4-E447C959488C}"/>
              </a:ext>
            </a:extLst>
          </p:cNvPr>
          <p:cNvPicPr>
            <a:picLocks noChangeAspect="1"/>
          </p:cNvPicPr>
          <p:nvPr/>
        </p:nvPicPr>
        <p:blipFill>
          <a:blip r:embed="rId3"/>
          <a:stretch>
            <a:fillRect/>
          </a:stretch>
        </p:blipFill>
        <p:spPr>
          <a:xfrm>
            <a:off x="0" y="-6884"/>
            <a:ext cx="12191996" cy="6911096"/>
          </a:xfrm>
          <a:prstGeom prst="rect">
            <a:avLst/>
          </a:prstGeom>
          <a:noFill/>
          <a:ln cap="flat">
            <a:noFill/>
          </a:ln>
        </p:spPr>
      </p:pic>
      <p:sp>
        <p:nvSpPr>
          <p:cNvPr id="6" name="TextBox 9">
            <a:extLst>
              <a:ext uri="{FF2B5EF4-FFF2-40B4-BE49-F238E27FC236}">
                <a16:creationId xmlns:a16="http://schemas.microsoft.com/office/drawing/2014/main" id="{1FE81185-0A2C-35E2-C1C1-4B4521E70801}"/>
              </a:ext>
            </a:extLst>
          </p:cNvPr>
          <p:cNvSpPr txBox="1"/>
          <p:nvPr/>
        </p:nvSpPr>
        <p:spPr>
          <a:xfrm>
            <a:off x="3156155" y="507060"/>
            <a:ext cx="587968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Dataset Collection and Preprocessing</a:t>
            </a:r>
          </a:p>
        </p:txBody>
      </p:sp>
      <p:pic>
        <p:nvPicPr>
          <p:cNvPr id="9" name="Picture 8">
            <a:extLst>
              <a:ext uri="{FF2B5EF4-FFF2-40B4-BE49-F238E27FC236}">
                <a16:creationId xmlns:a16="http://schemas.microsoft.com/office/drawing/2014/main" id="{073EB460-D4A0-BBDD-A4F1-2B8B4A08CF6A}"/>
              </a:ext>
            </a:extLst>
          </p:cNvPr>
          <p:cNvPicPr>
            <a:picLocks noChangeAspect="1"/>
          </p:cNvPicPr>
          <p:nvPr/>
        </p:nvPicPr>
        <p:blipFill>
          <a:blip r:embed="rId4"/>
          <a:stretch>
            <a:fillRect/>
          </a:stretch>
        </p:blipFill>
        <p:spPr>
          <a:xfrm>
            <a:off x="245802" y="1030279"/>
            <a:ext cx="11641397" cy="4705360"/>
          </a:xfrm>
          <a:prstGeom prst="rect">
            <a:avLst/>
          </a:prstGeom>
        </p:spPr>
      </p:pic>
    </p:spTree>
    <p:extLst>
      <p:ext uri="{BB962C8B-B14F-4D97-AF65-F5344CB8AC3E}">
        <p14:creationId xmlns:p14="http://schemas.microsoft.com/office/powerpoint/2010/main" val="146112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7E6C4-DCC5-6539-0FC5-4B4407901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58C5F-AC4D-D1C2-2785-931F842907E9}"/>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32DB541-ACFD-46BA-9A34-D056DF67E687}"/>
              </a:ext>
            </a:extLst>
          </p:cNvPr>
          <p:cNvSpPr txBox="1">
            <a:spLocks noGrp="1"/>
          </p:cNvSpPr>
          <p:nvPr>
            <p:ph type="subTitle" idx="1"/>
          </p:nvPr>
        </p:nvSpPr>
        <p:spPr/>
        <p:txBody>
          <a:bodyPr/>
          <a:lstStyle/>
          <a:p>
            <a:endParaRPr lang="en-IN"/>
          </a:p>
        </p:txBody>
      </p:sp>
      <p:sp>
        <p:nvSpPr>
          <p:cNvPr id="4" name="Freeform 2">
            <a:extLst>
              <a:ext uri="{FF2B5EF4-FFF2-40B4-BE49-F238E27FC236}">
                <a16:creationId xmlns:a16="http://schemas.microsoft.com/office/drawing/2014/main" id="{9BFB16F9-3E63-F332-0568-B44BEAA09BD4}"/>
              </a:ext>
            </a:extLst>
          </p:cNvPr>
          <p:cNvSpPr/>
          <p:nvPr/>
        </p:nvSpPr>
        <p:spPr>
          <a:xfrm>
            <a:off x="0" y="-25402"/>
            <a:ext cx="12191996" cy="6858000"/>
          </a:xfrm>
          <a:custGeom>
            <a:avLst/>
            <a:gdLst>
              <a:gd name="f0" fmla="val w"/>
              <a:gd name="f1" fmla="val h"/>
              <a:gd name="f2" fmla="val 0"/>
              <a:gd name="f3" fmla="val 18288000"/>
              <a:gd name="f4" fmla="val 10287000"/>
              <a:gd name="f5" fmla="*/ f0 1 18288000"/>
              <a:gd name="f6" fmla="*/ f1 1 10287000"/>
              <a:gd name="f7" fmla="+- f4 0 f2"/>
              <a:gd name="f8" fmla="+- f3 0 f2"/>
              <a:gd name="f9" fmla="*/ f8 1 18288000"/>
              <a:gd name="f10" fmla="*/ f7 1 10287000"/>
              <a:gd name="f11" fmla="*/ f2 1 f9"/>
              <a:gd name="f12" fmla="*/ f3 1 f9"/>
              <a:gd name="f13" fmla="*/ f2 1 f10"/>
              <a:gd name="f14" fmla="*/ f4 1 f10"/>
              <a:gd name="f15" fmla="*/ f11 f5 1"/>
              <a:gd name="f16" fmla="*/ f12 f5 1"/>
              <a:gd name="f17" fmla="*/ f14 f6 1"/>
              <a:gd name="f18" fmla="*/ f13 f6 1"/>
            </a:gdLst>
            <a:ahLst/>
            <a:cxnLst>
              <a:cxn ang="3cd4">
                <a:pos x="hc" y="t"/>
              </a:cxn>
              <a:cxn ang="0">
                <a:pos x="r" y="vc"/>
              </a:cxn>
              <a:cxn ang="cd4">
                <a:pos x="hc" y="b"/>
              </a:cxn>
              <a:cxn ang="cd2">
                <a:pos x="l" y="vc"/>
              </a:cxn>
            </a:cxnLst>
            <a:rect l="f15" t="f18" r="f16" b="f17"/>
            <a:pathLst>
              <a:path w="18288000" h="10287000">
                <a:moveTo>
                  <a:pt x="f2" y="f2"/>
                </a:moveTo>
                <a:lnTo>
                  <a:pt x="f3" y="f2"/>
                </a:lnTo>
                <a:lnTo>
                  <a:pt x="f3" y="f4"/>
                </a:lnTo>
                <a:lnTo>
                  <a:pt x="f2" y="f4"/>
                </a:lnTo>
                <a:lnTo>
                  <a:pt x="f2" y="f2"/>
                </a:lnTo>
                <a:close/>
              </a:path>
            </a:pathLst>
          </a:custGeom>
          <a:blipFill>
            <a:blip r:embed="rId2">
              <a:alphaModFix/>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5" name="Picture 6">
            <a:extLst>
              <a:ext uri="{FF2B5EF4-FFF2-40B4-BE49-F238E27FC236}">
                <a16:creationId xmlns:a16="http://schemas.microsoft.com/office/drawing/2014/main" id="{042A7283-B6B7-E0B9-3FB0-38863DAC15B8}"/>
              </a:ext>
            </a:extLst>
          </p:cNvPr>
          <p:cNvPicPr>
            <a:picLocks noChangeAspect="1"/>
          </p:cNvPicPr>
          <p:nvPr/>
        </p:nvPicPr>
        <p:blipFill>
          <a:blip r:embed="rId3"/>
          <a:stretch>
            <a:fillRect/>
          </a:stretch>
        </p:blipFill>
        <p:spPr>
          <a:xfrm>
            <a:off x="0" y="-26548"/>
            <a:ext cx="12191996" cy="6911096"/>
          </a:xfrm>
          <a:prstGeom prst="rect">
            <a:avLst/>
          </a:prstGeom>
          <a:noFill/>
          <a:ln cap="flat">
            <a:noFill/>
          </a:ln>
        </p:spPr>
      </p:pic>
      <p:sp>
        <p:nvSpPr>
          <p:cNvPr id="6" name="TextBox 9">
            <a:extLst>
              <a:ext uri="{FF2B5EF4-FFF2-40B4-BE49-F238E27FC236}">
                <a16:creationId xmlns:a16="http://schemas.microsoft.com/office/drawing/2014/main" id="{688A5A25-C3A6-EBD8-2314-04110B8D52DB}"/>
              </a:ext>
            </a:extLst>
          </p:cNvPr>
          <p:cNvSpPr txBox="1"/>
          <p:nvPr/>
        </p:nvSpPr>
        <p:spPr>
          <a:xfrm>
            <a:off x="3156155" y="507060"/>
            <a:ext cx="587968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Dataset Collection and Preprocessing</a:t>
            </a:r>
          </a:p>
        </p:txBody>
      </p:sp>
      <p:pic>
        <p:nvPicPr>
          <p:cNvPr id="8" name="Picture 7">
            <a:extLst>
              <a:ext uri="{FF2B5EF4-FFF2-40B4-BE49-F238E27FC236}">
                <a16:creationId xmlns:a16="http://schemas.microsoft.com/office/drawing/2014/main" id="{DE594F5B-5D96-6FF0-6E8F-66D43E62ECC9}"/>
              </a:ext>
            </a:extLst>
          </p:cNvPr>
          <p:cNvPicPr>
            <a:picLocks noChangeAspect="1"/>
          </p:cNvPicPr>
          <p:nvPr/>
        </p:nvPicPr>
        <p:blipFill>
          <a:blip r:embed="rId4"/>
          <a:stretch>
            <a:fillRect/>
          </a:stretch>
        </p:blipFill>
        <p:spPr>
          <a:xfrm>
            <a:off x="329379" y="1030279"/>
            <a:ext cx="11533237" cy="4705360"/>
          </a:xfrm>
          <a:prstGeom prst="rect">
            <a:avLst/>
          </a:prstGeom>
        </p:spPr>
      </p:pic>
    </p:spTree>
    <p:extLst>
      <p:ext uri="{BB962C8B-B14F-4D97-AF65-F5344CB8AC3E}">
        <p14:creationId xmlns:p14="http://schemas.microsoft.com/office/powerpoint/2010/main" val="4224065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DDE30-2930-7453-2AD7-0011CE768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7C3EB-AAD1-4E7A-0355-EE7450CF3514}"/>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90DAEE5-7A6A-91DD-09F1-AB052CB54171}"/>
              </a:ext>
            </a:extLst>
          </p:cNvPr>
          <p:cNvSpPr txBox="1">
            <a:spLocks noGrp="1"/>
          </p:cNvSpPr>
          <p:nvPr>
            <p:ph type="subTitle" idx="1"/>
          </p:nvPr>
        </p:nvSpPr>
        <p:spPr/>
        <p:txBody>
          <a:bodyPr/>
          <a:lstStyle/>
          <a:p>
            <a:endParaRPr lang="en-IN"/>
          </a:p>
        </p:txBody>
      </p:sp>
      <p:sp>
        <p:nvSpPr>
          <p:cNvPr id="4" name="Freeform 2">
            <a:extLst>
              <a:ext uri="{FF2B5EF4-FFF2-40B4-BE49-F238E27FC236}">
                <a16:creationId xmlns:a16="http://schemas.microsoft.com/office/drawing/2014/main" id="{8D56B7DC-988B-FDDF-13E9-48107BB357BE}"/>
              </a:ext>
            </a:extLst>
          </p:cNvPr>
          <p:cNvSpPr/>
          <p:nvPr/>
        </p:nvSpPr>
        <p:spPr>
          <a:xfrm>
            <a:off x="0" y="-25402"/>
            <a:ext cx="12191996" cy="6858000"/>
          </a:xfrm>
          <a:custGeom>
            <a:avLst/>
            <a:gdLst>
              <a:gd name="f0" fmla="val w"/>
              <a:gd name="f1" fmla="val h"/>
              <a:gd name="f2" fmla="val 0"/>
              <a:gd name="f3" fmla="val 18288000"/>
              <a:gd name="f4" fmla="val 10287000"/>
              <a:gd name="f5" fmla="*/ f0 1 18288000"/>
              <a:gd name="f6" fmla="*/ f1 1 10287000"/>
              <a:gd name="f7" fmla="+- f4 0 f2"/>
              <a:gd name="f8" fmla="+- f3 0 f2"/>
              <a:gd name="f9" fmla="*/ f8 1 18288000"/>
              <a:gd name="f10" fmla="*/ f7 1 10287000"/>
              <a:gd name="f11" fmla="*/ f2 1 f9"/>
              <a:gd name="f12" fmla="*/ f3 1 f9"/>
              <a:gd name="f13" fmla="*/ f2 1 f10"/>
              <a:gd name="f14" fmla="*/ f4 1 f10"/>
              <a:gd name="f15" fmla="*/ f11 f5 1"/>
              <a:gd name="f16" fmla="*/ f12 f5 1"/>
              <a:gd name="f17" fmla="*/ f14 f6 1"/>
              <a:gd name="f18" fmla="*/ f13 f6 1"/>
            </a:gdLst>
            <a:ahLst/>
            <a:cxnLst>
              <a:cxn ang="3cd4">
                <a:pos x="hc" y="t"/>
              </a:cxn>
              <a:cxn ang="0">
                <a:pos x="r" y="vc"/>
              </a:cxn>
              <a:cxn ang="cd4">
                <a:pos x="hc" y="b"/>
              </a:cxn>
              <a:cxn ang="cd2">
                <a:pos x="l" y="vc"/>
              </a:cxn>
            </a:cxnLst>
            <a:rect l="f15" t="f18" r="f16" b="f17"/>
            <a:pathLst>
              <a:path w="18288000" h="10287000">
                <a:moveTo>
                  <a:pt x="f2" y="f2"/>
                </a:moveTo>
                <a:lnTo>
                  <a:pt x="f3" y="f2"/>
                </a:lnTo>
                <a:lnTo>
                  <a:pt x="f3" y="f4"/>
                </a:lnTo>
                <a:lnTo>
                  <a:pt x="f2" y="f4"/>
                </a:lnTo>
                <a:lnTo>
                  <a:pt x="f2" y="f2"/>
                </a:lnTo>
                <a:close/>
              </a:path>
            </a:pathLst>
          </a:custGeom>
          <a:blipFill>
            <a:blip r:embed="rId2">
              <a:alphaModFix/>
            </a:blip>
            <a:stretch>
              <a:fillRect/>
            </a:stretch>
          </a:blip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a:solidFill>
                <a:srgbClr val="000000"/>
              </a:solidFill>
              <a:uFillTx/>
              <a:latin typeface="Calibri"/>
            </a:endParaRPr>
          </a:p>
        </p:txBody>
      </p:sp>
      <p:pic>
        <p:nvPicPr>
          <p:cNvPr id="5" name="Picture 6">
            <a:extLst>
              <a:ext uri="{FF2B5EF4-FFF2-40B4-BE49-F238E27FC236}">
                <a16:creationId xmlns:a16="http://schemas.microsoft.com/office/drawing/2014/main" id="{66E476E1-2F75-E767-D302-9235DB3E650C}"/>
              </a:ext>
            </a:extLst>
          </p:cNvPr>
          <p:cNvPicPr>
            <a:picLocks noChangeAspect="1"/>
          </p:cNvPicPr>
          <p:nvPr/>
        </p:nvPicPr>
        <p:blipFill>
          <a:blip r:embed="rId3"/>
          <a:stretch>
            <a:fillRect/>
          </a:stretch>
        </p:blipFill>
        <p:spPr>
          <a:xfrm>
            <a:off x="0" y="-26548"/>
            <a:ext cx="12191996" cy="6911096"/>
          </a:xfrm>
          <a:prstGeom prst="rect">
            <a:avLst/>
          </a:prstGeom>
          <a:noFill/>
          <a:ln cap="flat">
            <a:noFill/>
          </a:ln>
        </p:spPr>
      </p:pic>
      <p:sp>
        <p:nvSpPr>
          <p:cNvPr id="6" name="TextBox 9">
            <a:extLst>
              <a:ext uri="{FF2B5EF4-FFF2-40B4-BE49-F238E27FC236}">
                <a16:creationId xmlns:a16="http://schemas.microsoft.com/office/drawing/2014/main" id="{7585DCC0-7310-9EA8-F2BF-8429FDEF520B}"/>
              </a:ext>
            </a:extLst>
          </p:cNvPr>
          <p:cNvSpPr txBox="1"/>
          <p:nvPr/>
        </p:nvSpPr>
        <p:spPr>
          <a:xfrm>
            <a:off x="3156155" y="507060"/>
            <a:ext cx="587968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Dataset Collection and Preprocessing</a:t>
            </a:r>
          </a:p>
        </p:txBody>
      </p:sp>
      <p:pic>
        <p:nvPicPr>
          <p:cNvPr id="9" name="Picture 8">
            <a:extLst>
              <a:ext uri="{FF2B5EF4-FFF2-40B4-BE49-F238E27FC236}">
                <a16:creationId xmlns:a16="http://schemas.microsoft.com/office/drawing/2014/main" id="{F6BCF45C-BFE4-F944-80B6-67132BC6A488}"/>
              </a:ext>
            </a:extLst>
          </p:cNvPr>
          <p:cNvPicPr>
            <a:picLocks noChangeAspect="1"/>
          </p:cNvPicPr>
          <p:nvPr/>
        </p:nvPicPr>
        <p:blipFill>
          <a:blip r:embed="rId4"/>
          <a:stretch>
            <a:fillRect/>
          </a:stretch>
        </p:blipFill>
        <p:spPr>
          <a:xfrm>
            <a:off x="235973" y="1030279"/>
            <a:ext cx="11621730" cy="4705360"/>
          </a:xfrm>
          <a:prstGeom prst="rect">
            <a:avLst/>
          </a:prstGeom>
        </p:spPr>
      </p:pic>
    </p:spTree>
    <p:extLst>
      <p:ext uri="{BB962C8B-B14F-4D97-AF65-F5344CB8AC3E}">
        <p14:creationId xmlns:p14="http://schemas.microsoft.com/office/powerpoint/2010/main" val="3427739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9C569-346D-2A37-D989-0D0B92580B79}"/>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57ACF49B-07B3-E391-D3A2-4F9F3A963E4C}"/>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A13B3B74-29AB-AAF1-1781-6F75D6AA7B24}"/>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7" name="TextBox 6">
            <a:extLst>
              <a:ext uri="{FF2B5EF4-FFF2-40B4-BE49-F238E27FC236}">
                <a16:creationId xmlns:a16="http://schemas.microsoft.com/office/drawing/2014/main" id="{222EAB5A-C9F4-9BFB-E6B3-B6B057AD40AE}"/>
              </a:ext>
            </a:extLst>
          </p:cNvPr>
          <p:cNvSpPr txBox="1"/>
          <p:nvPr/>
        </p:nvSpPr>
        <p:spPr>
          <a:xfrm>
            <a:off x="447364" y="1600201"/>
            <a:ext cx="11297265" cy="3416320"/>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After preparing the dataset, a </a:t>
            </a:r>
            <a:r>
              <a:rPr lang="en-IN" b="1" dirty="0">
                <a:latin typeface="Times New Roman" panose="02020603050405020304" pitchFamily="18" charset="0"/>
                <a:cs typeface="Times New Roman" panose="02020603050405020304" pitchFamily="18" charset="0"/>
              </a:rPr>
              <a:t>simulated cybersecurity environment</a:t>
            </a:r>
            <a:r>
              <a:rPr lang="en-IN" dirty="0">
                <a:latin typeface="Times New Roman" panose="02020603050405020304" pitchFamily="18" charset="0"/>
                <a:cs typeface="Times New Roman" panose="02020603050405020304" pitchFamily="18" charset="0"/>
              </a:rPr>
              <a:t> is developed.</a:t>
            </a:r>
          </a:p>
          <a:p>
            <a:pPr>
              <a:buNone/>
            </a:pPr>
            <a:r>
              <a:rPr lang="en-IN" dirty="0">
                <a:latin typeface="Times New Roman" panose="02020603050405020304" pitchFamily="18" charset="0"/>
                <a:cs typeface="Times New Roman" panose="02020603050405020304" pitchFamily="18" charset="0"/>
              </a:rPr>
              <a:t>The environment acts as an interaction layer between the CICIoT2023 data and the RL agent.</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It consists of:</a:t>
            </a:r>
          </a:p>
          <a:p>
            <a:pPr>
              <a:buNone/>
            </a:pPr>
            <a:r>
              <a:rPr lang="en-IN" b="1" dirty="0">
                <a:latin typeface="Times New Roman" panose="02020603050405020304" pitchFamily="18" charset="0"/>
                <a:cs typeface="Times New Roman" panose="02020603050405020304" pitchFamily="18" charset="0"/>
              </a:rPr>
              <a:t>State Space → Action Space → Reward Function</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 current implementation successfully generates:</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194 features per state</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3 available actions</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reward after an action is performed </a:t>
            </a:r>
          </a:p>
          <a:p>
            <a:pPr marL="342900" lvl="0" indent="-34290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The agent observes the current network state, selects an action, and receives a reward from the environment.</a:t>
            </a:r>
          </a:p>
        </p:txBody>
      </p:sp>
      <p:sp>
        <p:nvSpPr>
          <p:cNvPr id="9" name="TextBox 9">
            <a:extLst>
              <a:ext uri="{FF2B5EF4-FFF2-40B4-BE49-F238E27FC236}">
                <a16:creationId xmlns:a16="http://schemas.microsoft.com/office/drawing/2014/main" id="{8BB3A329-C0D9-D471-9294-3CCE3B024D89}"/>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3A8D2-1644-779A-374F-DC93996E28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DEAE2-26A6-8A65-DDA0-60DE13C793F2}"/>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9FEFF06-42CB-0A50-1D7A-A34D8B329F3B}"/>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DED81512-42B1-5E48-A3BD-C59FEB820DD4}"/>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9" name="TextBox 9">
            <a:extLst>
              <a:ext uri="{FF2B5EF4-FFF2-40B4-BE49-F238E27FC236}">
                <a16:creationId xmlns:a16="http://schemas.microsoft.com/office/drawing/2014/main" id="{CA27938B-0F37-A00C-2FC0-2C6BEC372313}"/>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graphicFrame>
        <p:nvGraphicFramePr>
          <p:cNvPr id="5" name="Table 4">
            <a:extLst>
              <a:ext uri="{FF2B5EF4-FFF2-40B4-BE49-F238E27FC236}">
                <a16:creationId xmlns:a16="http://schemas.microsoft.com/office/drawing/2014/main" id="{4A132B93-B256-F514-F423-10B53318467A}"/>
              </a:ext>
            </a:extLst>
          </p:cNvPr>
          <p:cNvGraphicFramePr>
            <a:graphicFrameLocks noGrp="1"/>
          </p:cNvGraphicFramePr>
          <p:nvPr>
            <p:extLst>
              <p:ext uri="{D42A27DB-BD31-4B8C-83A1-F6EECF244321}">
                <p14:modId xmlns:p14="http://schemas.microsoft.com/office/powerpoint/2010/main" val="3099772172"/>
              </p:ext>
            </p:extLst>
          </p:nvPr>
        </p:nvGraphicFramePr>
        <p:xfrm>
          <a:off x="924233" y="2338480"/>
          <a:ext cx="5034117" cy="1971580"/>
        </p:xfrm>
        <a:graphic>
          <a:graphicData uri="http://schemas.openxmlformats.org/drawingml/2006/table">
            <a:tbl>
              <a:tblPr/>
              <a:tblGrid>
                <a:gridCol w="1588940">
                  <a:extLst>
                    <a:ext uri="{9D8B030D-6E8A-4147-A177-3AD203B41FA5}">
                      <a16:colId xmlns:a16="http://schemas.microsoft.com/office/drawing/2014/main" val="3158448112"/>
                    </a:ext>
                  </a:extLst>
                </a:gridCol>
                <a:gridCol w="1069193">
                  <a:extLst>
                    <a:ext uri="{9D8B030D-6E8A-4147-A177-3AD203B41FA5}">
                      <a16:colId xmlns:a16="http://schemas.microsoft.com/office/drawing/2014/main" val="2422514978"/>
                    </a:ext>
                  </a:extLst>
                </a:gridCol>
                <a:gridCol w="1336491">
                  <a:extLst>
                    <a:ext uri="{9D8B030D-6E8A-4147-A177-3AD203B41FA5}">
                      <a16:colId xmlns:a16="http://schemas.microsoft.com/office/drawing/2014/main" val="2923394221"/>
                    </a:ext>
                  </a:extLst>
                </a:gridCol>
                <a:gridCol w="1039493">
                  <a:extLst>
                    <a:ext uri="{9D8B030D-6E8A-4147-A177-3AD203B41FA5}">
                      <a16:colId xmlns:a16="http://schemas.microsoft.com/office/drawing/2014/main" val="1843456853"/>
                    </a:ext>
                  </a:extLst>
                </a:gridCol>
              </a:tblGrid>
              <a:tr h="830620">
                <a:tc>
                  <a:txBody>
                    <a:bodyPr/>
                    <a:lstStyle/>
                    <a:p>
                      <a:pPr algn="ctr" rtl="0" fontAlgn="t">
                        <a:buNone/>
                      </a:pPr>
                      <a:r>
                        <a:rPr lang="en-IN" sz="1100" b="1" i="0" u="none" strike="noStrike" dirty="0">
                          <a:solidFill>
                            <a:srgbClr val="000000"/>
                          </a:solidFill>
                          <a:effectLst/>
                          <a:latin typeface="Times New Roman" panose="02020603050405020304" pitchFamily="18" charset="0"/>
                          <a:cs typeface="Times New Roman" panose="02020603050405020304" pitchFamily="18" charset="0"/>
                        </a:rPr>
                        <a:t>Actual traffic</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100" b="1" i="0" u="none" strike="noStrike">
                          <a:solidFill>
                            <a:srgbClr val="000000"/>
                          </a:solidFill>
                          <a:effectLst/>
                          <a:latin typeface="Times New Roman" panose="02020603050405020304" pitchFamily="18" charset="0"/>
                          <a:cs typeface="Times New Roman" panose="02020603050405020304" pitchFamily="18" charset="0"/>
                        </a:rPr>
                        <a:t>Monitor</a:t>
                      </a:r>
                      <a:endParaRPr lang="en-IN">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100" b="1" i="0" u="none" strike="noStrike" dirty="0">
                          <a:solidFill>
                            <a:srgbClr val="000000"/>
                          </a:solidFill>
                          <a:effectLst/>
                          <a:latin typeface="Times New Roman" panose="02020603050405020304" pitchFamily="18" charset="0"/>
                          <a:cs typeface="Times New Roman" panose="02020603050405020304" pitchFamily="18" charset="0"/>
                        </a:rPr>
                        <a:t>Investigate</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100" b="1" i="0" u="none" strike="noStrike" dirty="0">
                          <a:solidFill>
                            <a:srgbClr val="000000"/>
                          </a:solidFill>
                          <a:effectLst/>
                          <a:latin typeface="Times New Roman" panose="02020603050405020304" pitchFamily="18" charset="0"/>
                          <a:cs typeface="Times New Roman" panose="02020603050405020304" pitchFamily="18" charset="0"/>
                        </a:rPr>
                        <a:t>Contain</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48579"/>
                  </a:ext>
                </a:extLst>
              </a:tr>
              <a:tr h="570480">
                <a:tc>
                  <a:txBody>
                    <a:bodyPr/>
                    <a:lstStyle/>
                    <a:p>
                      <a:pPr rtl="0" fontAlgn="t">
                        <a:buNone/>
                      </a:pPr>
                      <a:r>
                        <a:rPr lang="en-IN" sz="1100" b="0" i="0" u="none" strike="noStrike">
                          <a:solidFill>
                            <a:srgbClr val="000000"/>
                          </a:solidFill>
                          <a:effectLst/>
                          <a:latin typeface="Times New Roman" panose="02020603050405020304" pitchFamily="18" charset="0"/>
                          <a:cs typeface="Times New Roman" panose="02020603050405020304" pitchFamily="18" charset="0"/>
                        </a:rPr>
                        <a:t>Normal</a:t>
                      </a:r>
                      <a:endParaRPr lang="en-IN">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IN" sz="1100" b="0" i="0" u="none" strike="noStrike" dirty="0">
                          <a:solidFill>
                            <a:srgbClr val="000000"/>
                          </a:solidFill>
                          <a:effectLst/>
                          <a:latin typeface="Times New Roman" panose="02020603050405020304" pitchFamily="18" charset="0"/>
                          <a:cs typeface="Times New Roman" panose="02020603050405020304" pitchFamily="18" charset="0"/>
                        </a:rPr>
                        <a:t>+1</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IN" sz="1100" b="0" i="0" u="none" strike="noStrike" dirty="0">
                          <a:solidFill>
                            <a:srgbClr val="000000"/>
                          </a:solidFill>
                          <a:effectLst/>
                          <a:latin typeface="Times New Roman" panose="02020603050405020304" pitchFamily="18" charset="0"/>
                          <a:cs typeface="Times New Roman" panose="02020603050405020304" pitchFamily="18" charset="0"/>
                        </a:rPr>
                        <a:t>-0.2</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IN" sz="1100" b="0" i="0" u="none" strike="noStrike" dirty="0">
                          <a:solidFill>
                            <a:srgbClr val="000000"/>
                          </a:solidFill>
                          <a:effectLst/>
                          <a:latin typeface="Times New Roman" panose="02020603050405020304" pitchFamily="18" charset="0"/>
                          <a:cs typeface="Times New Roman" panose="02020603050405020304" pitchFamily="18" charset="0"/>
                        </a:rPr>
                        <a:t>-2</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3548731"/>
                  </a:ext>
                </a:extLst>
              </a:tr>
              <a:tr h="570480">
                <a:tc>
                  <a:txBody>
                    <a:bodyPr/>
                    <a:lstStyle/>
                    <a:p>
                      <a:pPr rtl="0" fontAlgn="t">
                        <a:buNone/>
                      </a:pPr>
                      <a:r>
                        <a:rPr lang="en-IN" sz="1100" b="0" i="0" u="none" strike="noStrike">
                          <a:solidFill>
                            <a:srgbClr val="000000"/>
                          </a:solidFill>
                          <a:effectLst/>
                          <a:latin typeface="Times New Roman" panose="02020603050405020304" pitchFamily="18" charset="0"/>
                          <a:cs typeface="Times New Roman" panose="02020603050405020304" pitchFamily="18" charset="0"/>
                        </a:rPr>
                        <a:t>Attack</a:t>
                      </a:r>
                      <a:endParaRPr lang="en-IN">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IN" sz="1100" b="0" i="0" u="none" strike="noStrike">
                          <a:solidFill>
                            <a:srgbClr val="000000"/>
                          </a:solidFill>
                          <a:effectLst/>
                          <a:latin typeface="Times New Roman" panose="02020603050405020304" pitchFamily="18" charset="0"/>
                          <a:cs typeface="Times New Roman" panose="02020603050405020304" pitchFamily="18" charset="0"/>
                        </a:rPr>
                        <a:t>-1</a:t>
                      </a:r>
                      <a:endParaRPr lang="en-IN">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IN" sz="1100" b="0" i="0" u="none" strike="noStrike">
                          <a:solidFill>
                            <a:srgbClr val="000000"/>
                          </a:solidFill>
                          <a:effectLst/>
                          <a:latin typeface="Times New Roman" panose="02020603050405020304" pitchFamily="18" charset="0"/>
                          <a:cs typeface="Times New Roman" panose="02020603050405020304" pitchFamily="18" charset="0"/>
                        </a:rPr>
                        <a:t>+1</a:t>
                      </a:r>
                      <a:endParaRPr lang="en-IN">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rtl="0" fontAlgn="t">
                        <a:buNone/>
                      </a:pPr>
                      <a:r>
                        <a:rPr lang="en-IN" sz="1100" b="0" i="0" u="none" strike="noStrike" dirty="0">
                          <a:solidFill>
                            <a:srgbClr val="000000"/>
                          </a:solidFill>
                          <a:effectLst/>
                          <a:latin typeface="Times New Roman" panose="02020603050405020304" pitchFamily="18" charset="0"/>
                          <a:cs typeface="Times New Roman" panose="02020603050405020304" pitchFamily="18" charset="0"/>
                        </a:rPr>
                        <a:t>+2</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377944"/>
                  </a:ext>
                </a:extLst>
              </a:tr>
            </a:tbl>
          </a:graphicData>
        </a:graphic>
      </p:graphicFrame>
      <p:graphicFrame>
        <p:nvGraphicFramePr>
          <p:cNvPr id="6" name="Table 5">
            <a:extLst>
              <a:ext uri="{FF2B5EF4-FFF2-40B4-BE49-F238E27FC236}">
                <a16:creationId xmlns:a16="http://schemas.microsoft.com/office/drawing/2014/main" id="{B7025974-657B-8EA5-3E44-405E6580DE46}"/>
              </a:ext>
            </a:extLst>
          </p:cNvPr>
          <p:cNvGraphicFramePr>
            <a:graphicFrameLocks noGrp="1"/>
          </p:cNvGraphicFramePr>
          <p:nvPr>
            <p:extLst>
              <p:ext uri="{D42A27DB-BD31-4B8C-83A1-F6EECF244321}">
                <p14:modId xmlns:p14="http://schemas.microsoft.com/office/powerpoint/2010/main" val="1645872979"/>
              </p:ext>
            </p:extLst>
          </p:nvPr>
        </p:nvGraphicFramePr>
        <p:xfrm>
          <a:off x="7826475" y="1934653"/>
          <a:ext cx="2440244" cy="2779234"/>
        </p:xfrm>
        <a:graphic>
          <a:graphicData uri="http://schemas.openxmlformats.org/drawingml/2006/table">
            <a:tbl>
              <a:tblPr/>
              <a:tblGrid>
                <a:gridCol w="1009756">
                  <a:extLst>
                    <a:ext uri="{9D8B030D-6E8A-4147-A177-3AD203B41FA5}">
                      <a16:colId xmlns:a16="http://schemas.microsoft.com/office/drawing/2014/main" val="1501129768"/>
                    </a:ext>
                  </a:extLst>
                </a:gridCol>
                <a:gridCol w="1430488">
                  <a:extLst>
                    <a:ext uri="{9D8B030D-6E8A-4147-A177-3AD203B41FA5}">
                      <a16:colId xmlns:a16="http://schemas.microsoft.com/office/drawing/2014/main" val="3766075096"/>
                    </a:ext>
                  </a:extLst>
                </a:gridCol>
              </a:tblGrid>
              <a:tr h="823812">
                <a:tc>
                  <a:txBody>
                    <a:bodyPr/>
                    <a:lstStyle/>
                    <a:p>
                      <a:pPr algn="ctr" rtl="0" fontAlgn="t">
                        <a:buNone/>
                      </a:pPr>
                      <a:r>
                        <a:rPr lang="en-IN" sz="1100" b="1" i="0" u="none" strike="noStrike" dirty="0">
                          <a:solidFill>
                            <a:srgbClr val="000000"/>
                          </a:solidFill>
                          <a:effectLst/>
                          <a:latin typeface="Times New Roman" panose="02020603050405020304" pitchFamily="18" charset="0"/>
                          <a:cs typeface="Times New Roman" panose="02020603050405020304" pitchFamily="18" charset="0"/>
                        </a:rPr>
                        <a:t>Action</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100" b="1" i="0" u="none" strike="noStrike" dirty="0">
                          <a:solidFill>
                            <a:srgbClr val="000000"/>
                          </a:solidFill>
                          <a:effectLst/>
                          <a:latin typeface="Times New Roman" panose="02020603050405020304" pitchFamily="18" charset="0"/>
                          <a:cs typeface="Times New Roman" panose="02020603050405020304" pitchFamily="18" charset="0"/>
                        </a:rPr>
                        <a:t>Meaning</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7987077"/>
                  </a:ext>
                </a:extLst>
              </a:tr>
              <a:tr h="565805">
                <a:tc>
                  <a:txBody>
                    <a:bodyPr/>
                    <a:lstStyle/>
                    <a:p>
                      <a:pPr algn="ctr" rtl="0" fontAlgn="t">
                        <a:buNone/>
                      </a:pPr>
                      <a:r>
                        <a:rPr lang="en-IN" sz="1100" b="0" i="0" u="none" strike="noStrike" dirty="0">
                          <a:solidFill>
                            <a:srgbClr val="188038"/>
                          </a:solidFill>
                          <a:effectLst/>
                          <a:latin typeface="Times New Roman" panose="02020603050405020304" pitchFamily="18" charset="0"/>
                          <a:cs typeface="Times New Roman" panose="02020603050405020304" pitchFamily="18" charset="0"/>
                        </a:rPr>
                        <a:t>0</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100" b="0" i="0" u="none" strike="noStrike" dirty="0">
                          <a:solidFill>
                            <a:srgbClr val="000000"/>
                          </a:solidFill>
                          <a:effectLst/>
                          <a:latin typeface="Times New Roman" panose="02020603050405020304" pitchFamily="18" charset="0"/>
                          <a:cs typeface="Times New Roman" panose="02020603050405020304" pitchFamily="18" charset="0"/>
                        </a:rPr>
                        <a:t>Monitor</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1758778"/>
                  </a:ext>
                </a:extLst>
              </a:tr>
              <a:tr h="823812">
                <a:tc>
                  <a:txBody>
                    <a:bodyPr/>
                    <a:lstStyle/>
                    <a:p>
                      <a:pPr algn="ctr" rtl="0" fontAlgn="t">
                        <a:buNone/>
                      </a:pPr>
                      <a:r>
                        <a:rPr lang="en-IN" sz="1100" b="0" i="0" u="none" strike="noStrike" dirty="0">
                          <a:solidFill>
                            <a:srgbClr val="188038"/>
                          </a:solidFill>
                          <a:effectLst/>
                          <a:latin typeface="Times New Roman" panose="02020603050405020304" pitchFamily="18" charset="0"/>
                          <a:cs typeface="Times New Roman" panose="02020603050405020304" pitchFamily="18" charset="0"/>
                        </a:rPr>
                        <a:t>1</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100" b="0" i="0" u="none" strike="noStrike" dirty="0">
                          <a:solidFill>
                            <a:srgbClr val="000000"/>
                          </a:solidFill>
                          <a:effectLst/>
                          <a:latin typeface="Times New Roman" panose="02020603050405020304" pitchFamily="18" charset="0"/>
                          <a:cs typeface="Times New Roman" panose="02020603050405020304" pitchFamily="18" charset="0"/>
                        </a:rPr>
                        <a:t>Investigate</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8471903"/>
                  </a:ext>
                </a:extLst>
              </a:tr>
              <a:tr h="565805">
                <a:tc>
                  <a:txBody>
                    <a:bodyPr/>
                    <a:lstStyle/>
                    <a:p>
                      <a:pPr algn="ctr" rtl="0" fontAlgn="t">
                        <a:buNone/>
                      </a:pPr>
                      <a:r>
                        <a:rPr lang="en-IN" sz="1100" b="0" i="0" u="none" strike="noStrike" dirty="0">
                          <a:solidFill>
                            <a:srgbClr val="188038"/>
                          </a:solidFill>
                          <a:effectLst/>
                          <a:latin typeface="Times New Roman" panose="02020603050405020304" pitchFamily="18" charset="0"/>
                          <a:cs typeface="Times New Roman" panose="02020603050405020304" pitchFamily="18" charset="0"/>
                        </a:rPr>
                        <a:t>2</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t">
                        <a:buNone/>
                      </a:pPr>
                      <a:r>
                        <a:rPr lang="en-IN" sz="1100" b="0" i="0" u="none" strike="noStrike" dirty="0">
                          <a:solidFill>
                            <a:srgbClr val="000000"/>
                          </a:solidFill>
                          <a:effectLst/>
                          <a:latin typeface="Times New Roman" panose="02020603050405020304" pitchFamily="18" charset="0"/>
                          <a:cs typeface="Times New Roman" panose="02020603050405020304" pitchFamily="18" charset="0"/>
                        </a:rPr>
                        <a:t>Contain</a:t>
                      </a:r>
                      <a:endParaRPr lang="en-IN" dirty="0">
                        <a:effectLst/>
                        <a:latin typeface="Times New Roman" panose="02020603050405020304" pitchFamily="18" charset="0"/>
                        <a:cs typeface="Times New Roman" panose="02020603050405020304" pitchFamily="18" charset="0"/>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843997"/>
                  </a:ext>
                </a:extLst>
              </a:tr>
            </a:tbl>
          </a:graphicData>
        </a:graphic>
      </p:graphicFrame>
      <p:sp>
        <p:nvSpPr>
          <p:cNvPr id="10" name="TextBox 9">
            <a:extLst>
              <a:ext uri="{FF2B5EF4-FFF2-40B4-BE49-F238E27FC236}">
                <a16:creationId xmlns:a16="http://schemas.microsoft.com/office/drawing/2014/main" id="{D1C6EDEE-681C-8A91-90AC-12304E44C2A9}"/>
              </a:ext>
            </a:extLst>
          </p:cNvPr>
          <p:cNvSpPr txBox="1"/>
          <p:nvPr/>
        </p:nvSpPr>
        <p:spPr>
          <a:xfrm>
            <a:off x="8584940" y="1472989"/>
            <a:ext cx="923314"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dirty="0">
                <a:solidFill>
                  <a:srgbClr val="000000"/>
                </a:solidFill>
                <a:uFillTx/>
                <a:latin typeface="Times New Roman" pitchFamily="18"/>
                <a:cs typeface="Times New Roman" pitchFamily="18"/>
              </a:rPr>
              <a:t>Action</a:t>
            </a:r>
          </a:p>
        </p:txBody>
      </p:sp>
      <p:sp>
        <p:nvSpPr>
          <p:cNvPr id="12" name="TextBox 9">
            <a:extLst>
              <a:ext uri="{FF2B5EF4-FFF2-40B4-BE49-F238E27FC236}">
                <a16:creationId xmlns:a16="http://schemas.microsoft.com/office/drawing/2014/main" id="{C52912B7-0249-59E8-485B-1D2EABD64E0A}"/>
              </a:ext>
            </a:extLst>
          </p:cNvPr>
          <p:cNvSpPr txBox="1"/>
          <p:nvPr/>
        </p:nvSpPr>
        <p:spPr>
          <a:xfrm>
            <a:off x="2525511" y="1801785"/>
            <a:ext cx="2163100" cy="400110"/>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000" b="1" i="0" u="none" strike="noStrike" kern="1200" cap="none" spc="0" baseline="0" dirty="0">
                <a:solidFill>
                  <a:srgbClr val="000000"/>
                </a:solidFill>
                <a:uFillTx/>
                <a:latin typeface="Times New Roman" pitchFamily="18"/>
                <a:cs typeface="Times New Roman" pitchFamily="18"/>
              </a:rPr>
              <a:t>Reward Function</a:t>
            </a:r>
          </a:p>
        </p:txBody>
      </p:sp>
    </p:spTree>
    <p:extLst>
      <p:ext uri="{BB962C8B-B14F-4D97-AF65-F5344CB8AC3E}">
        <p14:creationId xmlns:p14="http://schemas.microsoft.com/office/powerpoint/2010/main" val="856255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3323F-F5D3-7436-666A-403EDDEF14BD}"/>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024AAD7-7445-8DA4-4622-4F1BEDB3D917}"/>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2CE1CF6F-8DF5-0F80-E0A6-96F2E2A85D6C}"/>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7" name="TextBox 9">
            <a:extLst>
              <a:ext uri="{FF2B5EF4-FFF2-40B4-BE49-F238E27FC236}">
                <a16:creationId xmlns:a16="http://schemas.microsoft.com/office/drawing/2014/main" id="{991F5A67-F94C-0507-5230-177EADDDB387}"/>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pic>
        <p:nvPicPr>
          <p:cNvPr id="9" name="Picture 8">
            <a:extLst>
              <a:ext uri="{FF2B5EF4-FFF2-40B4-BE49-F238E27FC236}">
                <a16:creationId xmlns:a16="http://schemas.microsoft.com/office/drawing/2014/main" id="{AFBDB908-CFCA-AEF2-7FB9-EB35D1609905}"/>
              </a:ext>
            </a:extLst>
          </p:cNvPr>
          <p:cNvPicPr>
            <a:picLocks noChangeAspect="1"/>
          </p:cNvPicPr>
          <p:nvPr/>
        </p:nvPicPr>
        <p:blipFill>
          <a:blip r:embed="rId3"/>
          <a:stretch>
            <a:fillRect/>
          </a:stretch>
        </p:blipFill>
        <p:spPr>
          <a:xfrm>
            <a:off x="339210" y="1122361"/>
            <a:ext cx="11513574" cy="45144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26F54-28A8-FEBD-9E0D-2AF18769EC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57C48-3B97-259D-BFC8-E9171F53EE9E}"/>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CB91DD9-5017-484C-2A20-F9B08FD09FEC}"/>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9095E967-06A7-5E1A-6025-36CDC93C0D03}"/>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pic>
        <p:nvPicPr>
          <p:cNvPr id="5" name="Picture 6">
            <a:extLst>
              <a:ext uri="{FF2B5EF4-FFF2-40B4-BE49-F238E27FC236}">
                <a16:creationId xmlns:a16="http://schemas.microsoft.com/office/drawing/2014/main" id="{35C9F040-FD82-E489-FC07-E5B0FC1A6901}"/>
              </a:ext>
            </a:extLst>
          </p:cNvPr>
          <p:cNvPicPr>
            <a:picLocks noChangeAspect="1"/>
          </p:cNvPicPr>
          <p:nvPr/>
        </p:nvPicPr>
        <p:blipFill>
          <a:blip r:embed="rId3"/>
          <a:stretch>
            <a:fillRect/>
          </a:stretch>
        </p:blipFill>
        <p:spPr>
          <a:xfrm>
            <a:off x="353958" y="1122361"/>
            <a:ext cx="11484078" cy="4594582"/>
          </a:xfrm>
          <a:prstGeom prst="rect">
            <a:avLst/>
          </a:prstGeom>
          <a:noFill/>
          <a:ln cap="flat">
            <a:noFill/>
          </a:ln>
        </p:spPr>
      </p:pic>
      <p:sp>
        <p:nvSpPr>
          <p:cNvPr id="7" name="TextBox 9">
            <a:extLst>
              <a:ext uri="{FF2B5EF4-FFF2-40B4-BE49-F238E27FC236}">
                <a16:creationId xmlns:a16="http://schemas.microsoft.com/office/drawing/2014/main" id="{B6E2764A-1FE4-65F0-1076-7D67040BAE42}"/>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spTree>
    <p:extLst>
      <p:ext uri="{BB962C8B-B14F-4D97-AF65-F5344CB8AC3E}">
        <p14:creationId xmlns:p14="http://schemas.microsoft.com/office/powerpoint/2010/main" val="2889452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BB493-0707-11F7-C3E2-F840DFFDF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4C68D8-D771-25A1-F307-09E37DEAD5F0}"/>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F60AE88-2243-43CC-1D45-EB530D85D3AB}"/>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1DF2145B-E4A4-AF47-1DA7-6AE5F3CA253C}"/>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7" name="TextBox 9">
            <a:extLst>
              <a:ext uri="{FF2B5EF4-FFF2-40B4-BE49-F238E27FC236}">
                <a16:creationId xmlns:a16="http://schemas.microsoft.com/office/drawing/2014/main" id="{C07428BE-BE22-14C7-EE02-6AFF7AC9178A}"/>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pic>
        <p:nvPicPr>
          <p:cNvPr id="8" name="Picture 7">
            <a:extLst>
              <a:ext uri="{FF2B5EF4-FFF2-40B4-BE49-F238E27FC236}">
                <a16:creationId xmlns:a16="http://schemas.microsoft.com/office/drawing/2014/main" id="{6B8B557C-2E7F-BDD4-0FB6-9D274D9046B2}"/>
              </a:ext>
            </a:extLst>
          </p:cNvPr>
          <p:cNvPicPr>
            <a:picLocks noChangeAspect="1"/>
          </p:cNvPicPr>
          <p:nvPr/>
        </p:nvPicPr>
        <p:blipFill>
          <a:blip r:embed="rId3"/>
          <a:stretch>
            <a:fillRect/>
          </a:stretch>
        </p:blipFill>
        <p:spPr>
          <a:xfrm>
            <a:off x="344129" y="1081602"/>
            <a:ext cx="11503742" cy="4654037"/>
          </a:xfrm>
          <a:prstGeom prst="rect">
            <a:avLst/>
          </a:prstGeom>
        </p:spPr>
      </p:pic>
    </p:spTree>
    <p:extLst>
      <p:ext uri="{BB962C8B-B14F-4D97-AF65-F5344CB8AC3E}">
        <p14:creationId xmlns:p14="http://schemas.microsoft.com/office/powerpoint/2010/main" val="2182262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270F5-4932-7A8D-53D0-01E846F811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6E7ACF-27C7-ED48-5F24-675EBBCD9FAB}"/>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DCE3F29-44F9-885A-BAA3-89836CA90184}"/>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105EB587-84F4-64A2-3D32-FF9C19A06B05}"/>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7" name="TextBox 9">
            <a:extLst>
              <a:ext uri="{FF2B5EF4-FFF2-40B4-BE49-F238E27FC236}">
                <a16:creationId xmlns:a16="http://schemas.microsoft.com/office/drawing/2014/main" id="{2463E3F7-4691-D831-143A-018CD7487AF3}"/>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sp>
        <p:nvSpPr>
          <p:cNvPr id="10" name="TextBox 9">
            <a:extLst>
              <a:ext uri="{FF2B5EF4-FFF2-40B4-BE49-F238E27FC236}">
                <a16:creationId xmlns:a16="http://schemas.microsoft.com/office/drawing/2014/main" id="{FA093A67-898F-EB08-DDE0-30D19D75BAE8}"/>
              </a:ext>
            </a:extLst>
          </p:cNvPr>
          <p:cNvSpPr txBox="1"/>
          <p:nvPr/>
        </p:nvSpPr>
        <p:spPr>
          <a:xfrm>
            <a:off x="993059" y="1600201"/>
            <a:ext cx="8170606" cy="258532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Running a random agent for multiple steps</a:t>
            </a:r>
            <a:r>
              <a:rPr lang="en-IN" dirty="0">
                <a:latin typeface="Times New Roman" panose="02020603050405020304" pitchFamily="18" charset="0"/>
                <a:cs typeface="Times New Roman" panose="02020603050405020304" pitchFamily="18" charset="0"/>
              </a:rPr>
              <a:t>.</a:t>
            </a:r>
          </a:p>
          <a:p>
            <a:pPr>
              <a:buNone/>
            </a:pPr>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This will verify that:</a:t>
            </a:r>
          </a:p>
          <a:p>
            <a:pPr>
              <a:buNone/>
            </a:pPr>
            <a:endParaRPr lang="en-IN"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the environment can run continuously, </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actions are accepted correctly, </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rewards are being generated, </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episodes terminate correctly, </a:t>
            </a:r>
          </a:p>
          <a:p>
            <a:pPr marL="342900" lvl="0" indent="-342900">
              <a:buFont typeface="+mj-lt"/>
              <a:buAutoNum type="arabicPeriod"/>
            </a:pPr>
            <a:r>
              <a:rPr lang="en-IN" dirty="0">
                <a:latin typeface="Times New Roman" panose="02020603050405020304" pitchFamily="18" charset="0"/>
                <a:cs typeface="Times New Roman" panose="02020603050405020304" pitchFamily="18" charset="0"/>
              </a:rPr>
              <a:t>there are no hidden environment bugs.</a:t>
            </a:r>
          </a:p>
        </p:txBody>
      </p:sp>
    </p:spTree>
    <p:extLst>
      <p:ext uri="{BB962C8B-B14F-4D97-AF65-F5344CB8AC3E}">
        <p14:creationId xmlns:p14="http://schemas.microsoft.com/office/powerpoint/2010/main" val="2917936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A429A-D19E-577C-975A-25EC443EC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4DB82-2C70-2B81-AAE8-FD8EAEE541B3}"/>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FA15DF80-F1FE-E519-2837-BA7BE164FE48}"/>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6C385883-8AF8-1D73-0980-8836BAC2DCCE}"/>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7" name="TextBox 9">
            <a:extLst>
              <a:ext uri="{FF2B5EF4-FFF2-40B4-BE49-F238E27FC236}">
                <a16:creationId xmlns:a16="http://schemas.microsoft.com/office/drawing/2014/main" id="{AE21EB15-2F74-8EBB-F0FD-AC2FF6F00EAB}"/>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pic>
        <p:nvPicPr>
          <p:cNvPr id="6" name="Picture 5">
            <a:extLst>
              <a:ext uri="{FF2B5EF4-FFF2-40B4-BE49-F238E27FC236}">
                <a16:creationId xmlns:a16="http://schemas.microsoft.com/office/drawing/2014/main" id="{7026F5DC-4D70-85BA-1E1B-09CB8DBD66F0}"/>
              </a:ext>
            </a:extLst>
          </p:cNvPr>
          <p:cNvPicPr>
            <a:picLocks noChangeAspect="1"/>
          </p:cNvPicPr>
          <p:nvPr/>
        </p:nvPicPr>
        <p:blipFill>
          <a:blip r:embed="rId3"/>
          <a:stretch>
            <a:fillRect/>
          </a:stretch>
        </p:blipFill>
        <p:spPr>
          <a:xfrm>
            <a:off x="275303" y="1122361"/>
            <a:ext cx="11611897" cy="4580910"/>
          </a:xfrm>
          <a:prstGeom prst="rect">
            <a:avLst/>
          </a:prstGeom>
        </p:spPr>
      </p:pic>
    </p:spTree>
    <p:extLst>
      <p:ext uri="{BB962C8B-B14F-4D97-AF65-F5344CB8AC3E}">
        <p14:creationId xmlns:p14="http://schemas.microsoft.com/office/powerpoint/2010/main" val="1350905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10BFA-B7F6-DD9C-6709-D3280D71DF6B}"/>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2F32EA10-E442-0120-EDBA-594CE07CAE45}"/>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B4C5E5F0-58A8-3C74-6E2D-277DCCEA3E9F}"/>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graphicFrame>
        <p:nvGraphicFramePr>
          <p:cNvPr id="5" name="Table 7">
            <a:extLst>
              <a:ext uri="{FF2B5EF4-FFF2-40B4-BE49-F238E27FC236}">
                <a16:creationId xmlns:a16="http://schemas.microsoft.com/office/drawing/2014/main" id="{595C3D87-2D9E-19F7-6754-980D20DFB83C}"/>
              </a:ext>
            </a:extLst>
          </p:cNvPr>
          <p:cNvGraphicFramePr>
            <a:graphicFrameLocks noGrp="1"/>
          </p:cNvGraphicFramePr>
          <p:nvPr>
            <p:extLst>
              <p:ext uri="{D42A27DB-BD31-4B8C-83A1-F6EECF244321}">
                <p14:modId xmlns:p14="http://schemas.microsoft.com/office/powerpoint/2010/main" val="2162974411"/>
              </p:ext>
            </p:extLst>
          </p:nvPr>
        </p:nvGraphicFramePr>
        <p:xfrm>
          <a:off x="870152" y="924147"/>
          <a:ext cx="10451691" cy="4709432"/>
        </p:xfrm>
        <a:graphic>
          <a:graphicData uri="http://schemas.openxmlformats.org/drawingml/2006/table">
            <a:tbl>
              <a:tblPr>
                <a:effectLst/>
                <a:tableStyleId>{5C22544A-7EE6-4342-B048-85BDC9FD1C3A}</a:tableStyleId>
              </a:tblPr>
              <a:tblGrid>
                <a:gridCol w="3483897">
                  <a:extLst>
                    <a:ext uri="{9D8B030D-6E8A-4147-A177-3AD203B41FA5}">
                      <a16:colId xmlns:a16="http://schemas.microsoft.com/office/drawing/2014/main" val="3907993206"/>
                    </a:ext>
                  </a:extLst>
                </a:gridCol>
                <a:gridCol w="3483897">
                  <a:extLst>
                    <a:ext uri="{9D8B030D-6E8A-4147-A177-3AD203B41FA5}">
                      <a16:colId xmlns:a16="http://schemas.microsoft.com/office/drawing/2014/main" val="2620376627"/>
                    </a:ext>
                  </a:extLst>
                </a:gridCol>
                <a:gridCol w="3483897">
                  <a:extLst>
                    <a:ext uri="{9D8B030D-6E8A-4147-A177-3AD203B41FA5}">
                      <a16:colId xmlns:a16="http://schemas.microsoft.com/office/drawing/2014/main" val="2992553465"/>
                    </a:ext>
                  </a:extLst>
                </a:gridCol>
              </a:tblGrid>
              <a:tr h="300325">
                <a:tc>
                  <a:txBody>
                    <a:bodyPr/>
                    <a:lstStyle/>
                    <a:p>
                      <a:pPr lvl="0" algn="ctr">
                        <a:buNone/>
                      </a:pPr>
                      <a:r>
                        <a:rPr lang="en-IN" sz="1400" b="1" dirty="0">
                          <a:latin typeface="Times New Roman" panose="02020603050405020304" pitchFamily="18" charset="0"/>
                          <a:cs typeface="Times New Roman" panose="02020603050405020304" pitchFamily="18" charset="0"/>
                        </a:rPr>
                        <a:t>Feature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IN" sz="1400" b="1" dirty="0">
                          <a:latin typeface="Times New Roman" panose="02020603050405020304" pitchFamily="18" charset="0"/>
                          <a:cs typeface="Times New Roman" panose="02020603050405020304" pitchFamily="18" charset="0"/>
                        </a:rPr>
                        <a:t>Environment V1</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IN" sz="1400" b="1" dirty="0">
                          <a:latin typeface="Times New Roman" panose="02020603050405020304" pitchFamily="18" charset="0"/>
                          <a:cs typeface="Times New Roman" panose="02020603050405020304" pitchFamily="18" charset="0"/>
                        </a:rPr>
                        <a:t>Environment V2</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4130901"/>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Purpose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Basic proof-of-concept</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Proper RL-ready environment</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32603180"/>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RL framework</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None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Gymnasium</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7482774"/>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Class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Normal Python class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gym.Env</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76378548"/>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State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194 features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194 features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731052"/>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Actions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3 actions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3 actions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77010248"/>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Actions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Monitor, Investigate, Contain</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Same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3228364"/>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Reward</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Basic reward function</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Same for now</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7691406"/>
                  </a:ext>
                </a:extLst>
              </a:tr>
              <a:tr h="504882">
                <a:tc>
                  <a:txBody>
                    <a:bodyPr/>
                    <a:lstStyle/>
                    <a:p>
                      <a:pPr lvl="0">
                        <a:buNone/>
                      </a:pPr>
                      <a:r>
                        <a:rPr lang="en-IN" sz="1400" dirty="0">
                          <a:latin typeface="Times New Roman" panose="02020603050405020304" pitchFamily="18" charset="0"/>
                          <a:cs typeface="Times New Roman" panose="02020603050405020304" pitchFamily="18" charset="0"/>
                        </a:rPr>
                        <a:t>reset()</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Returns state only</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Returns (observation, info)</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4050768"/>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step()</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Returns 3 values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Returns 5 values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3358611"/>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Action space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Just num_actions = 3</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Discrete(3)</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51886400"/>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Observation space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Not formally defined</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Box(..., shape=(194,))</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1428071"/>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Episode handling</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Basic done</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terminated + truncated</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1851522"/>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RL algorithm compatibility</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a:latin typeface="Times New Roman" panose="02020603050405020304" pitchFamily="18" charset="0"/>
                          <a:cs typeface="Times New Roman" panose="02020603050405020304" pitchFamily="18" charset="0"/>
                        </a:rPr>
                        <a:t>Not directly</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Yes</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7155201"/>
                  </a:ext>
                </a:extLst>
              </a:tr>
              <a:tr h="300325">
                <a:tc>
                  <a:txBody>
                    <a:bodyPr/>
                    <a:lstStyle/>
                    <a:p>
                      <a:pPr lvl="0">
                        <a:buNone/>
                      </a:pPr>
                      <a:r>
                        <a:rPr lang="en-IN" sz="1400" dirty="0">
                          <a:latin typeface="Times New Roman" panose="02020603050405020304" pitchFamily="18" charset="0"/>
                          <a:cs typeface="Times New Roman" panose="02020603050405020304" pitchFamily="18" charset="0"/>
                        </a:rPr>
                        <a:t>Testing</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Manual</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lvl="0">
                        <a:buNone/>
                      </a:pPr>
                      <a:r>
                        <a:rPr lang="en-IN" sz="1400" dirty="0">
                          <a:latin typeface="Times New Roman" panose="02020603050405020304" pitchFamily="18" charset="0"/>
                          <a:cs typeface="Times New Roman" panose="02020603050405020304" pitchFamily="18" charset="0"/>
                        </a:rPr>
                        <a:t>Standardized</a:t>
                      </a:r>
                    </a:p>
                  </a:txBody>
                  <a:tcPr marL="69064" marR="69064" marT="34536" marB="3453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46158174"/>
                  </a:ext>
                </a:extLst>
              </a:tr>
            </a:tbl>
          </a:graphicData>
        </a:graphic>
      </p:graphicFrame>
      <p:sp>
        <p:nvSpPr>
          <p:cNvPr id="6" name="TextBox 9">
            <a:extLst>
              <a:ext uri="{FF2B5EF4-FFF2-40B4-BE49-F238E27FC236}">
                <a16:creationId xmlns:a16="http://schemas.microsoft.com/office/drawing/2014/main" id="{BA689758-E387-7D51-3007-4C58C7CB88B1}"/>
              </a:ext>
            </a:extLst>
          </p:cNvPr>
          <p:cNvSpPr txBox="1"/>
          <p:nvPr/>
        </p:nvSpPr>
        <p:spPr>
          <a:xfrm>
            <a:off x="3195480" y="462485"/>
            <a:ext cx="5987849"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1" i="0" u="none" strike="noStrike" kern="1200" cap="none" spc="0" baseline="0" dirty="0">
                <a:solidFill>
                  <a:srgbClr val="000000"/>
                </a:solidFill>
                <a:uFillTx/>
                <a:latin typeface="Times New Roman" pitchFamily="18"/>
                <a:cs typeface="Times New Roman" pitchFamily="18"/>
              </a:rPr>
              <a:t>Difference Between Environment V1 and V2</a:t>
            </a:r>
            <a:endParaRPr lang="en-IN" sz="2400" b="1" i="0" u="none" strike="noStrike" kern="1200" cap="none" spc="0" baseline="0" dirty="0">
              <a:solidFill>
                <a:srgbClr val="000000"/>
              </a:solidFill>
              <a:uFillTx/>
              <a:latin typeface="Times New Roman" pitchFamily="18"/>
              <a:cs typeface="Times New Roman" pitchFamily="1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2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997C2-2746-36A4-5813-021D53A184F5}"/>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EB687BF-0D81-FAB8-F231-8FB7254B7648}"/>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083A30F9-6710-DCF1-A702-7421160E0E37}"/>
              </a:ext>
            </a:extLst>
          </p:cNvPr>
          <p:cNvPicPr>
            <a:picLocks noChangeAspect="1"/>
          </p:cNvPicPr>
          <p:nvPr/>
        </p:nvPicPr>
        <p:blipFill>
          <a:blip r:embed="rId2"/>
          <a:stretch>
            <a:fillRect/>
          </a:stretch>
        </p:blipFill>
        <p:spPr>
          <a:xfrm>
            <a:off x="0" y="0"/>
            <a:ext cx="12192000" cy="6858000"/>
          </a:xfrm>
          <a:prstGeom prst="rect">
            <a:avLst/>
          </a:prstGeom>
          <a:noFill/>
          <a:ln cap="flat">
            <a:noFill/>
          </a:ln>
        </p:spPr>
      </p:pic>
      <p:sp>
        <p:nvSpPr>
          <p:cNvPr id="8" name="TextBox 7">
            <a:extLst>
              <a:ext uri="{FF2B5EF4-FFF2-40B4-BE49-F238E27FC236}">
                <a16:creationId xmlns:a16="http://schemas.microsoft.com/office/drawing/2014/main" id="{A5702F3A-21E9-CD2C-7212-325F02FDED2E}"/>
              </a:ext>
            </a:extLst>
          </p:cNvPr>
          <p:cNvSpPr txBox="1"/>
          <p:nvPr/>
        </p:nvSpPr>
        <p:spPr>
          <a:xfrm>
            <a:off x="441960" y="1293717"/>
            <a:ext cx="11308080" cy="2585323"/>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RL Environment Setup and Implementation</a:t>
            </a:r>
          </a:p>
          <a:p>
            <a:pPr>
              <a:buNone/>
            </a:pPr>
            <a:endParaRPr lang="en-IN" b="1"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Set up a dedicated </a:t>
            </a:r>
            <a:r>
              <a:rPr lang="en-IN" b="1" dirty="0">
                <a:latin typeface="Times New Roman" panose="02020603050405020304" pitchFamily="18" charset="0"/>
                <a:cs typeface="Times New Roman" panose="02020603050405020304" pitchFamily="18" charset="0"/>
              </a:rPr>
              <a:t>Python virtual environment</a:t>
            </a:r>
            <a:r>
              <a:rPr lang="en-IN" dirty="0">
                <a:latin typeface="Times New Roman" panose="02020603050405020304" pitchFamily="18" charset="0"/>
                <a:cs typeface="Times New Roman" panose="02020603050405020304" pitchFamily="18" charset="0"/>
              </a:rPr>
              <a:t> for the project.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Installed the required </a:t>
            </a:r>
            <a:r>
              <a:rPr lang="en-IN" b="1" dirty="0">
                <a:latin typeface="Times New Roman" panose="02020603050405020304" pitchFamily="18" charset="0"/>
                <a:cs typeface="Times New Roman" panose="02020603050405020304" pitchFamily="18" charset="0"/>
              </a:rPr>
              <a:t>Reinforcement Learning libraries and dependencies</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Integrated </a:t>
            </a:r>
            <a:r>
              <a:rPr lang="en-IN" b="1" dirty="0">
                <a:latin typeface="Times New Roman" panose="02020603050405020304" pitchFamily="18" charset="0"/>
                <a:cs typeface="Times New Roman" panose="02020603050405020304" pitchFamily="18" charset="0"/>
              </a:rPr>
              <a:t>Stable-Baselines3</a:t>
            </a:r>
            <a:r>
              <a:rPr lang="en-IN" dirty="0">
                <a:latin typeface="Times New Roman" panose="02020603050405020304" pitchFamily="18" charset="0"/>
                <a:cs typeface="Times New Roman" panose="02020603050405020304" pitchFamily="18" charset="0"/>
              </a:rPr>
              <a:t> for implementing RL algorithms.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Prepared the project structure for </a:t>
            </a:r>
            <a:r>
              <a:rPr lang="en-IN" b="1" dirty="0">
                <a:latin typeface="Times New Roman" panose="02020603050405020304" pitchFamily="18" charset="0"/>
                <a:cs typeface="Times New Roman" panose="02020603050405020304" pitchFamily="18" charset="0"/>
              </a:rPr>
              <a:t>agent, environment, data, preprocessing, and dashboard modules</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Developed and tested the </a:t>
            </a:r>
            <a:r>
              <a:rPr lang="en-IN" b="1" dirty="0">
                <a:latin typeface="Times New Roman" panose="02020603050405020304" pitchFamily="18" charset="0"/>
                <a:cs typeface="Times New Roman" panose="02020603050405020304" pitchFamily="18" charset="0"/>
              </a:rPr>
              <a:t>cybersecurity environment</a:t>
            </a:r>
            <a:r>
              <a:rPr lang="en-IN" dirty="0">
                <a:latin typeface="Times New Roman" panose="02020603050405020304" pitchFamily="18" charset="0"/>
                <a:cs typeface="Times New Roman" panose="02020603050405020304" pitchFamily="18" charset="0"/>
              </a:rPr>
              <a:t> before integrating the RL agent.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Verified the successful installation and working version of the RL framework.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setup provides the foundation for </a:t>
            </a:r>
            <a:r>
              <a:rPr lang="en-IN" b="1" dirty="0">
                <a:latin typeface="Times New Roman" panose="02020603050405020304" pitchFamily="18" charset="0"/>
                <a:cs typeface="Times New Roman" panose="02020603050405020304" pitchFamily="18" charset="0"/>
              </a:rPr>
              <a:t>training and evaluating the autonomous cyber threat-hunting agent</a:t>
            </a:r>
            <a:r>
              <a:rPr lang="en-IN"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3CEDAAAD-DA76-1CDA-4EBD-F731BC4C4B06}"/>
              </a:ext>
            </a:extLst>
          </p:cNvPr>
          <p:cNvSpPr txBox="1"/>
          <p:nvPr/>
        </p:nvSpPr>
        <p:spPr>
          <a:xfrm>
            <a:off x="4365519" y="599142"/>
            <a:ext cx="3460956" cy="52321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Environment Design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2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7D696-D416-D17E-4669-FEC452BCD802}"/>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81AA6AB-0CBD-84F2-5C3C-B8FF7B7BFBAE}"/>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12BF5FE3-A088-F71E-90E3-A253002EEF31}"/>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pic>
        <p:nvPicPr>
          <p:cNvPr id="7" name="Picture 6">
            <a:extLst>
              <a:ext uri="{FF2B5EF4-FFF2-40B4-BE49-F238E27FC236}">
                <a16:creationId xmlns:a16="http://schemas.microsoft.com/office/drawing/2014/main" id="{5DC472E0-95CB-2B6B-4A96-27A5B7BAD71E}"/>
              </a:ext>
            </a:extLst>
          </p:cNvPr>
          <p:cNvPicPr>
            <a:picLocks noChangeAspect="1"/>
          </p:cNvPicPr>
          <p:nvPr/>
        </p:nvPicPr>
        <p:blipFill>
          <a:blip r:embed="rId3"/>
          <a:stretch>
            <a:fillRect/>
          </a:stretch>
        </p:blipFill>
        <p:spPr>
          <a:xfrm>
            <a:off x="288936" y="939387"/>
            <a:ext cx="11598264" cy="479625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2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8E963-995D-592E-043A-870BC431F770}"/>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CB065C84-0536-0442-9CF6-D11E64260DED}"/>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4D8AA88F-A8E6-6B60-B6C9-AF717FC5A35C}"/>
              </a:ext>
            </a:extLst>
          </p:cNvPr>
          <p:cNvPicPr>
            <a:picLocks noChangeAspect="1"/>
          </p:cNvPicPr>
          <p:nvPr/>
        </p:nvPicPr>
        <p:blipFill>
          <a:blip r:embed="rId2"/>
          <a:stretch>
            <a:fillRect/>
          </a:stretch>
        </p:blipFill>
        <p:spPr>
          <a:xfrm>
            <a:off x="0" y="10160"/>
            <a:ext cx="12191996" cy="6858000"/>
          </a:xfrm>
          <a:prstGeom prst="rect">
            <a:avLst/>
          </a:prstGeom>
          <a:noFill/>
          <a:ln cap="flat">
            <a:noFill/>
          </a:ln>
        </p:spPr>
      </p:pic>
      <p:sp>
        <p:nvSpPr>
          <p:cNvPr id="6" name="TextBox 6">
            <a:extLst>
              <a:ext uri="{FF2B5EF4-FFF2-40B4-BE49-F238E27FC236}">
                <a16:creationId xmlns:a16="http://schemas.microsoft.com/office/drawing/2014/main" id="{689EBAA2-400B-4898-521D-039FE2B6E604}"/>
              </a:ext>
            </a:extLst>
          </p:cNvPr>
          <p:cNvSpPr txBox="1"/>
          <p:nvPr/>
        </p:nvSpPr>
        <p:spPr>
          <a:xfrm>
            <a:off x="3903409" y="474134"/>
            <a:ext cx="4102671"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Times New Roman" pitchFamily="18"/>
                <a:cs typeface="Times New Roman" pitchFamily="18"/>
              </a:rPr>
              <a:t>Visualisation and Deployment </a:t>
            </a:r>
          </a:p>
        </p:txBody>
      </p:sp>
      <p:sp>
        <p:nvSpPr>
          <p:cNvPr id="10" name="TextBox 9">
            <a:extLst>
              <a:ext uri="{FF2B5EF4-FFF2-40B4-BE49-F238E27FC236}">
                <a16:creationId xmlns:a16="http://schemas.microsoft.com/office/drawing/2014/main" id="{A56A74AE-9084-7FE1-3ADA-2B25D661E622}"/>
              </a:ext>
            </a:extLst>
          </p:cNvPr>
          <p:cNvSpPr txBox="1"/>
          <p:nvPr/>
        </p:nvSpPr>
        <p:spPr>
          <a:xfrm>
            <a:off x="345440" y="1287481"/>
            <a:ext cx="11358880" cy="4247317"/>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The developed </a:t>
            </a:r>
            <a:r>
              <a:rPr lang="en-IN" b="1" dirty="0">
                <a:latin typeface="Times New Roman" panose="02020603050405020304" pitchFamily="18" charset="0"/>
                <a:cs typeface="Times New Roman" panose="02020603050405020304" pitchFamily="18" charset="0"/>
              </a:rPr>
              <a:t>AI Cyber Threat Hunting Command </a:t>
            </a:r>
            <a:r>
              <a:rPr lang="en-IN" b="1" dirty="0" err="1">
                <a:latin typeface="Times New Roman" panose="02020603050405020304" pitchFamily="18" charset="0"/>
                <a:cs typeface="Times New Roman" panose="02020603050405020304" pitchFamily="18" charset="0"/>
              </a:rPr>
              <a:t>Center</a:t>
            </a:r>
            <a:r>
              <a:rPr lang="en-IN" dirty="0">
                <a:latin typeface="Times New Roman" panose="02020603050405020304" pitchFamily="18" charset="0"/>
                <a:cs typeface="Times New Roman" panose="02020603050405020304" pitchFamily="18" charset="0"/>
              </a:rPr>
              <a:t> provides a centralized visual interface for monitoring network activity, analysing threats, observing agent decisions, and maintaining security records.</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1. Real-Time Stream Analytics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live overview of the </a:t>
            </a:r>
            <a:r>
              <a:rPr lang="en-IN" b="1" dirty="0">
                <a:latin typeface="Times New Roman" panose="02020603050405020304" pitchFamily="18" charset="0"/>
                <a:cs typeface="Times New Roman" panose="02020603050405020304" pitchFamily="18" charset="0"/>
              </a:rPr>
              <a:t>network events being processed</a:t>
            </a:r>
            <a:r>
              <a:rPr lang="en-IN" dirty="0">
                <a:latin typeface="Times New Roman" panose="02020603050405020304" pitchFamily="18" charset="0"/>
                <a:cs typeface="Times New Roman" panose="02020603050405020304" pitchFamily="18" charset="0"/>
              </a:rPr>
              <a:t> by the system.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important performance indicators such as </a:t>
            </a:r>
            <a:r>
              <a:rPr lang="en-IN" b="1" dirty="0">
                <a:latin typeface="Times New Roman" panose="02020603050405020304" pitchFamily="18" charset="0"/>
                <a:cs typeface="Times New Roman" panose="02020603050405020304" pitchFamily="18" charset="0"/>
              </a:rPr>
              <a:t>accuracy, precision, recall, and reward balance</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the </a:t>
            </a:r>
            <a:r>
              <a:rPr lang="en-IN" b="1" dirty="0">
                <a:latin typeface="Times New Roman" panose="02020603050405020304" pitchFamily="18" charset="0"/>
                <a:cs typeface="Times New Roman" panose="02020603050405020304" pitchFamily="18" charset="0"/>
              </a:rPr>
              <a:t>traffic status</a:t>
            </a:r>
            <a:r>
              <a:rPr lang="en-IN" dirty="0">
                <a:latin typeface="Times New Roman" panose="02020603050405020304" pitchFamily="18" charset="0"/>
                <a:cs typeface="Times New Roman" panose="02020603050405020304" pitchFamily="18" charset="0"/>
              </a:rPr>
              <a:t>, extracted network features, and the action selected by the autonomous agent.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in continuously monitoring the system's </a:t>
            </a:r>
            <a:r>
              <a:rPr lang="en-IN" b="1" dirty="0">
                <a:latin typeface="Times New Roman" panose="02020603050405020304" pitchFamily="18" charset="0"/>
                <a:cs typeface="Times New Roman" panose="02020603050405020304" pitchFamily="18" charset="0"/>
              </a:rPr>
              <a:t>threat detection and decision-making process</a:t>
            </a:r>
            <a:r>
              <a:rPr lang="en-IN" dirty="0">
                <a:latin typeface="Times New Roman" panose="02020603050405020304" pitchFamily="18" charset="0"/>
                <a:cs typeface="Times New Roman" panose="02020603050405020304" pitchFamily="18" charset="0"/>
              </a:rPr>
              <a:t>. </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2. Performance &amp; Agent Diagnostics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visual analysis of the </a:t>
            </a:r>
            <a:r>
              <a:rPr lang="en-IN" b="1" dirty="0">
                <a:latin typeface="Times New Roman" panose="02020603050405020304" pitchFamily="18" charset="0"/>
                <a:cs typeface="Times New Roman" panose="02020603050405020304" pitchFamily="18" charset="0"/>
              </a:rPr>
              <a:t>overall performance of the threat-hunting system</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Uses a </a:t>
            </a:r>
            <a:r>
              <a:rPr lang="en-IN" b="1" dirty="0">
                <a:latin typeface="Times New Roman" panose="02020603050405020304" pitchFamily="18" charset="0"/>
                <a:cs typeface="Times New Roman" panose="02020603050405020304" pitchFamily="18" charset="0"/>
              </a:rPr>
              <a:t>confusion matrix</a:t>
            </a:r>
            <a:r>
              <a:rPr lang="en-IN" dirty="0">
                <a:latin typeface="Times New Roman" panose="02020603050405020304" pitchFamily="18" charset="0"/>
                <a:cs typeface="Times New Roman" panose="02020603050405020304" pitchFamily="18" charset="0"/>
              </a:rPr>
              <a:t> to compare actual network conditions with the system's predictions.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the </a:t>
            </a:r>
            <a:r>
              <a:rPr lang="en-IN" b="1" dirty="0">
                <a:latin typeface="Times New Roman" panose="02020603050405020304" pitchFamily="18" charset="0"/>
                <a:cs typeface="Times New Roman" panose="02020603050405020304" pitchFamily="18" charset="0"/>
              </a:rPr>
              <a:t>cumulative reward trend</a:t>
            </a:r>
            <a:r>
              <a:rPr lang="en-IN" dirty="0">
                <a:latin typeface="Times New Roman" panose="02020603050405020304" pitchFamily="18" charset="0"/>
                <a:cs typeface="Times New Roman" panose="02020603050405020304" pitchFamily="18" charset="0"/>
              </a:rPr>
              <a:t>, helping to observe the agent's decision-making performance over multiple events.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comparison of different reinforcement-learning models based on key performance measures.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2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2A906-B9CA-DBEF-0C23-C63F57A2DE9C}"/>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B2E1CE5-2D26-8EA8-0819-1EB98B3A8EE2}"/>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C35E84A9-0522-0D7E-BCF8-83BFFC1A1E77}"/>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pic>
        <p:nvPicPr>
          <p:cNvPr id="7" name="Picture 6">
            <a:extLst>
              <a:ext uri="{FF2B5EF4-FFF2-40B4-BE49-F238E27FC236}">
                <a16:creationId xmlns:a16="http://schemas.microsoft.com/office/drawing/2014/main" id="{D929FC1F-6D7D-B174-BF90-2E8AA750347F}"/>
              </a:ext>
            </a:extLst>
          </p:cNvPr>
          <p:cNvPicPr>
            <a:picLocks noChangeAspect="1"/>
          </p:cNvPicPr>
          <p:nvPr/>
        </p:nvPicPr>
        <p:blipFill>
          <a:blip r:embed="rId3"/>
          <a:stretch>
            <a:fillRect/>
          </a:stretch>
        </p:blipFill>
        <p:spPr>
          <a:xfrm>
            <a:off x="293755" y="935796"/>
            <a:ext cx="11604489" cy="4799843"/>
          </a:xfrm>
          <a:prstGeom prst="rect">
            <a:avLst/>
          </a:prstGeom>
        </p:spPr>
      </p:pic>
      <p:sp>
        <p:nvSpPr>
          <p:cNvPr id="9" name="TextBox 6">
            <a:extLst>
              <a:ext uri="{FF2B5EF4-FFF2-40B4-BE49-F238E27FC236}">
                <a16:creationId xmlns:a16="http://schemas.microsoft.com/office/drawing/2014/main" id="{774348F4-0E4A-FF73-9C8B-A055FADE3181}"/>
              </a:ext>
            </a:extLst>
          </p:cNvPr>
          <p:cNvSpPr txBox="1"/>
          <p:nvPr/>
        </p:nvSpPr>
        <p:spPr>
          <a:xfrm>
            <a:off x="3903409" y="474134"/>
            <a:ext cx="4102671"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Times New Roman" pitchFamily="18"/>
                <a:cs typeface="Times New Roman" pitchFamily="18"/>
              </a:rPr>
              <a:t>Visualisation and Deployment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2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531FA-1A54-BFBD-7AAC-3DE572B579A3}"/>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B2C5BE7C-E01C-0AA6-D530-7358FA4C155A}"/>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04DB8DCB-BCE2-29CC-6402-1DFCE3A001EB}"/>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pic>
        <p:nvPicPr>
          <p:cNvPr id="5" name="Picture 6">
            <a:extLst>
              <a:ext uri="{FF2B5EF4-FFF2-40B4-BE49-F238E27FC236}">
                <a16:creationId xmlns:a16="http://schemas.microsoft.com/office/drawing/2014/main" id="{AA66A4DD-4681-F608-D603-88F2EC08123E}"/>
              </a:ext>
            </a:extLst>
          </p:cNvPr>
          <p:cNvPicPr>
            <a:picLocks noChangeAspect="1"/>
          </p:cNvPicPr>
          <p:nvPr/>
        </p:nvPicPr>
        <p:blipFill>
          <a:blip r:embed="rId3"/>
          <a:stretch>
            <a:fillRect/>
          </a:stretch>
        </p:blipFill>
        <p:spPr>
          <a:xfrm>
            <a:off x="467360" y="962049"/>
            <a:ext cx="11267439" cy="4773590"/>
          </a:xfrm>
          <a:prstGeom prst="rect">
            <a:avLst/>
          </a:prstGeom>
          <a:noFill/>
          <a:ln cap="flat">
            <a:noFill/>
          </a:ln>
        </p:spPr>
      </p:pic>
      <p:sp>
        <p:nvSpPr>
          <p:cNvPr id="7" name="TextBox 6">
            <a:extLst>
              <a:ext uri="{FF2B5EF4-FFF2-40B4-BE49-F238E27FC236}">
                <a16:creationId xmlns:a16="http://schemas.microsoft.com/office/drawing/2014/main" id="{1F89237A-00F5-4536-4D86-9B84F76407EF}"/>
              </a:ext>
            </a:extLst>
          </p:cNvPr>
          <p:cNvSpPr txBox="1"/>
          <p:nvPr/>
        </p:nvSpPr>
        <p:spPr>
          <a:xfrm>
            <a:off x="3903409" y="474134"/>
            <a:ext cx="4102671"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Times New Roman" pitchFamily="18"/>
                <a:cs typeface="Times New Roman" pitchFamily="18"/>
              </a:rPr>
              <a:t>Visualisation and Deployment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2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E5605-3114-1E04-DC12-EA72DB90340B}"/>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75D1880A-8FDD-0860-3979-029FDDD4617A}"/>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596CA016-8EDC-E4B5-CA4F-869E161F91F2}"/>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7" name="TextBox 6">
            <a:extLst>
              <a:ext uri="{FF2B5EF4-FFF2-40B4-BE49-F238E27FC236}">
                <a16:creationId xmlns:a16="http://schemas.microsoft.com/office/drawing/2014/main" id="{13190F6D-19EC-1449-DE3C-90FFCE624ACA}"/>
              </a:ext>
            </a:extLst>
          </p:cNvPr>
          <p:cNvSpPr txBox="1"/>
          <p:nvPr/>
        </p:nvSpPr>
        <p:spPr>
          <a:xfrm>
            <a:off x="447038" y="1409930"/>
            <a:ext cx="11297920" cy="3139321"/>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3. Threat Incident Audit Logs</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Maintains a </a:t>
            </a:r>
            <a:r>
              <a:rPr lang="en-IN" b="1" dirty="0">
                <a:latin typeface="Times New Roman" panose="02020603050405020304" pitchFamily="18" charset="0"/>
                <a:cs typeface="Times New Roman" panose="02020603050405020304" pitchFamily="18" charset="0"/>
              </a:rPr>
              <a:t>record of previously processed network events</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Stores information such as traffic type, system prediction, agent action, reward, and event status.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Helps identify </a:t>
            </a:r>
            <a:r>
              <a:rPr lang="en-IN" b="1" dirty="0">
                <a:latin typeface="Times New Roman" panose="02020603050405020304" pitchFamily="18" charset="0"/>
                <a:cs typeface="Times New Roman" panose="02020603050405020304" pitchFamily="18" charset="0"/>
              </a:rPr>
              <a:t>correct decisions and misclassified events</a:t>
            </a:r>
            <a:r>
              <a:rPr lang="en-IN" dirty="0">
                <a:latin typeface="Times New Roman" panose="02020603050405020304" pitchFamily="18" charset="0"/>
                <a:cs typeface="Times New Roman" panose="02020603050405020304" pitchFamily="18" charset="0"/>
              </a:rPr>
              <a:t> for further analysis.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filtering options and </a:t>
            </a:r>
            <a:r>
              <a:rPr lang="en-IN" b="1" dirty="0">
                <a:latin typeface="Times New Roman" panose="02020603050405020304" pitchFamily="18" charset="0"/>
                <a:cs typeface="Times New Roman" panose="02020603050405020304" pitchFamily="18" charset="0"/>
              </a:rPr>
              <a:t>CSV export</a:t>
            </a:r>
            <a:r>
              <a:rPr lang="en-IN" dirty="0">
                <a:latin typeface="Times New Roman" panose="02020603050405020304" pitchFamily="18" charset="0"/>
                <a:cs typeface="Times New Roman" panose="02020603050405020304" pitchFamily="18" charset="0"/>
              </a:rPr>
              <a:t> for maintaining and analysing security records. </a:t>
            </a:r>
          </a:p>
          <a:p>
            <a:pPr>
              <a:buNone/>
            </a:pPr>
            <a:endParaRPr lang="en-IN"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4. Packet Stream Inspector</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a:t>
            </a:r>
            <a:r>
              <a:rPr lang="en-IN" b="1" dirty="0">
                <a:latin typeface="Times New Roman" panose="02020603050405020304" pitchFamily="18" charset="0"/>
                <a:cs typeface="Times New Roman" panose="02020603050405020304" pitchFamily="18" charset="0"/>
              </a:rPr>
              <a:t>detailed view of an individual network event</a:t>
            </a:r>
            <a:r>
              <a:rPr lang="en-IN" dirty="0">
                <a:latin typeface="Times New Roman" panose="02020603050405020304" pitchFamily="18" charset="0"/>
                <a:cs typeface="Times New Roman" panose="02020603050405020304" pitchFamily="18" charset="0"/>
              </a:rPr>
              <a:t>.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the event ID, extracted network attributes, and identified traffic pattern.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Shows the </a:t>
            </a:r>
            <a:r>
              <a:rPr lang="en-IN" b="1" dirty="0">
                <a:latin typeface="Times New Roman" panose="02020603050405020304" pitchFamily="18" charset="0"/>
                <a:cs typeface="Times New Roman" panose="02020603050405020304" pitchFamily="18" charset="0"/>
              </a:rPr>
              <a:t>action taken by the autonomous agent</a:t>
            </a:r>
            <a:r>
              <a:rPr lang="en-IN" dirty="0">
                <a:latin typeface="Times New Roman" panose="02020603050405020304" pitchFamily="18" charset="0"/>
                <a:cs typeface="Times New Roman" panose="02020603050405020304" pitchFamily="18" charset="0"/>
              </a:rPr>
              <a:t> and the corresponding reward. </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Visualizes selected network feature values to help understand the characteristics of the processed event.</a:t>
            </a:r>
          </a:p>
        </p:txBody>
      </p:sp>
      <p:sp>
        <p:nvSpPr>
          <p:cNvPr id="9" name="TextBox 6">
            <a:extLst>
              <a:ext uri="{FF2B5EF4-FFF2-40B4-BE49-F238E27FC236}">
                <a16:creationId xmlns:a16="http://schemas.microsoft.com/office/drawing/2014/main" id="{351CD980-B612-3178-2AB9-2771637E1109}"/>
              </a:ext>
            </a:extLst>
          </p:cNvPr>
          <p:cNvSpPr txBox="1"/>
          <p:nvPr/>
        </p:nvSpPr>
        <p:spPr>
          <a:xfrm>
            <a:off x="3903409" y="474134"/>
            <a:ext cx="4102671"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Times New Roman" pitchFamily="18"/>
                <a:cs typeface="Times New Roman" pitchFamily="18"/>
              </a:rPr>
              <a:t>Visualisation and Deployment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2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154B-A417-A739-9EE4-9918CDBAC1B3}"/>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B8520CF-B623-89CF-DDDF-54FD63977ABA}"/>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1AF00EE1-445D-B5DC-D763-A625BB5FF96B}"/>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pic>
        <p:nvPicPr>
          <p:cNvPr id="7" name="Picture 6">
            <a:extLst>
              <a:ext uri="{FF2B5EF4-FFF2-40B4-BE49-F238E27FC236}">
                <a16:creationId xmlns:a16="http://schemas.microsoft.com/office/drawing/2014/main" id="{60262A62-2019-97CA-9E06-7FE57966D2B2}"/>
              </a:ext>
            </a:extLst>
          </p:cNvPr>
          <p:cNvPicPr>
            <a:picLocks noChangeAspect="1"/>
          </p:cNvPicPr>
          <p:nvPr/>
        </p:nvPicPr>
        <p:blipFill>
          <a:blip r:embed="rId3"/>
          <a:stretch>
            <a:fillRect/>
          </a:stretch>
        </p:blipFill>
        <p:spPr>
          <a:xfrm>
            <a:off x="386080" y="890589"/>
            <a:ext cx="11409680" cy="4834890"/>
          </a:xfrm>
          <a:prstGeom prst="rect">
            <a:avLst/>
          </a:prstGeom>
        </p:spPr>
      </p:pic>
      <p:sp>
        <p:nvSpPr>
          <p:cNvPr id="9" name="TextBox 6">
            <a:extLst>
              <a:ext uri="{FF2B5EF4-FFF2-40B4-BE49-F238E27FC236}">
                <a16:creationId xmlns:a16="http://schemas.microsoft.com/office/drawing/2014/main" id="{B57AC7BE-245B-691F-7FE5-2812BB956AAC}"/>
              </a:ext>
            </a:extLst>
          </p:cNvPr>
          <p:cNvSpPr txBox="1"/>
          <p:nvPr/>
        </p:nvSpPr>
        <p:spPr>
          <a:xfrm>
            <a:off x="3903409" y="474134"/>
            <a:ext cx="4102671"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Times New Roman" pitchFamily="18"/>
                <a:cs typeface="Times New Roman" pitchFamily="18"/>
              </a:rPr>
              <a:t>Visualisation and Deployment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2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84AD8-40CC-061F-5484-2ED665511E02}"/>
              </a:ext>
            </a:extLst>
          </p:cNvPr>
          <p:cNvSpPr txBox="1">
            <a:spLocks noGrp="1"/>
          </p:cNvSpPr>
          <p:nvPr>
            <p:ph type="title"/>
          </p:nvPr>
        </p:nvSpPr>
        <p:spPr/>
        <p:txBody>
          <a:bodyPr/>
          <a:lstStyle/>
          <a:p>
            <a:endParaRPr lang="en-IN"/>
          </a:p>
        </p:txBody>
      </p:sp>
      <p:sp>
        <p:nvSpPr>
          <p:cNvPr id="3" name="Content Placeholder 6">
            <a:extLst>
              <a:ext uri="{FF2B5EF4-FFF2-40B4-BE49-F238E27FC236}">
                <a16:creationId xmlns:a16="http://schemas.microsoft.com/office/drawing/2014/main" id="{7DE42961-2423-082B-27EE-B9D0E2075C92}"/>
              </a:ext>
            </a:extLst>
          </p:cNvPr>
          <p:cNvSpPr txBox="1">
            <a:spLocks noGrp="1"/>
          </p:cNvSpPr>
          <p:nvPr>
            <p:ph idx="1"/>
          </p:nvPr>
        </p:nvSpPr>
        <p:spPr/>
        <p:txBody>
          <a:bodyPr/>
          <a:lstStyle/>
          <a:p>
            <a:endParaRPr lang="en-IN"/>
          </a:p>
        </p:txBody>
      </p:sp>
      <p:pic>
        <p:nvPicPr>
          <p:cNvPr id="4" name="Picture 8">
            <a:extLst>
              <a:ext uri="{FF2B5EF4-FFF2-40B4-BE49-F238E27FC236}">
                <a16:creationId xmlns:a16="http://schemas.microsoft.com/office/drawing/2014/main" id="{1B63ACCB-E288-7D23-8D5E-E753A8A02E7E}"/>
              </a:ext>
            </a:extLst>
          </p:cNvPr>
          <p:cNvPicPr>
            <a:picLocks noChangeAspect="1"/>
          </p:cNvPicPr>
          <p:nvPr/>
        </p:nvPicPr>
        <p:blipFill>
          <a:blip r:embed="rId2"/>
          <a:stretch>
            <a:fillRect/>
          </a:stretch>
        </p:blipFill>
        <p:spPr>
          <a:xfrm>
            <a:off x="0" y="68826"/>
            <a:ext cx="12191996" cy="6858000"/>
          </a:xfrm>
          <a:prstGeom prst="rect">
            <a:avLst/>
          </a:prstGeom>
          <a:noFill/>
          <a:ln cap="flat">
            <a:noFill/>
          </a:ln>
        </p:spPr>
      </p:pic>
      <p:pic>
        <p:nvPicPr>
          <p:cNvPr id="8" name="Picture 7">
            <a:extLst>
              <a:ext uri="{FF2B5EF4-FFF2-40B4-BE49-F238E27FC236}">
                <a16:creationId xmlns:a16="http://schemas.microsoft.com/office/drawing/2014/main" id="{702D4E19-4295-78DB-FE47-B716F129D5E2}"/>
              </a:ext>
            </a:extLst>
          </p:cNvPr>
          <p:cNvPicPr>
            <a:picLocks noChangeAspect="1"/>
          </p:cNvPicPr>
          <p:nvPr/>
        </p:nvPicPr>
        <p:blipFill>
          <a:blip r:embed="rId3"/>
          <a:stretch>
            <a:fillRect/>
          </a:stretch>
        </p:blipFill>
        <p:spPr>
          <a:xfrm>
            <a:off x="360676" y="985520"/>
            <a:ext cx="11455404" cy="4803336"/>
          </a:xfrm>
          <a:prstGeom prst="rect">
            <a:avLst/>
          </a:prstGeom>
        </p:spPr>
      </p:pic>
      <p:sp>
        <p:nvSpPr>
          <p:cNvPr id="10" name="TextBox 6">
            <a:extLst>
              <a:ext uri="{FF2B5EF4-FFF2-40B4-BE49-F238E27FC236}">
                <a16:creationId xmlns:a16="http://schemas.microsoft.com/office/drawing/2014/main" id="{6E257FBF-8BE0-9D65-B8FA-D242A8BADA7C}"/>
              </a:ext>
            </a:extLst>
          </p:cNvPr>
          <p:cNvSpPr txBox="1"/>
          <p:nvPr/>
        </p:nvSpPr>
        <p:spPr>
          <a:xfrm>
            <a:off x="3903409" y="474134"/>
            <a:ext cx="4102671" cy="46166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400" b="1" i="0" u="none" strike="noStrike" kern="1200" cap="none" spc="0" baseline="0" dirty="0">
                <a:solidFill>
                  <a:srgbClr val="000000"/>
                </a:solidFill>
                <a:uFillTx/>
                <a:latin typeface="Times New Roman" pitchFamily="18"/>
                <a:cs typeface="Times New Roman" pitchFamily="18"/>
              </a:rPr>
              <a:t>Visualisation and Deployment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3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14A51-90B3-AC17-A774-43AD71099B8A}"/>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EA57E622-A5D5-D57E-FFFD-FA978A43C3A6}"/>
              </a:ext>
            </a:extLst>
          </p:cNvPr>
          <p:cNvSpPr txBox="1">
            <a:spLocks noGrp="1"/>
          </p:cNvSpPr>
          <p:nvPr>
            <p:ph type="subTitle" idx="1"/>
          </p:nvPr>
        </p:nvSpPr>
        <p:spPr/>
        <p:txBody>
          <a:bodyPr/>
          <a:lstStyle/>
          <a:p>
            <a:endParaRPr lang="en-IN"/>
          </a:p>
        </p:txBody>
      </p:sp>
      <p:pic>
        <p:nvPicPr>
          <p:cNvPr id="4" name="Picture 6">
            <a:extLst>
              <a:ext uri="{FF2B5EF4-FFF2-40B4-BE49-F238E27FC236}">
                <a16:creationId xmlns:a16="http://schemas.microsoft.com/office/drawing/2014/main" id="{7698A616-3F8F-1658-66C5-C2E51C74A26B}"/>
              </a:ext>
            </a:extLst>
          </p:cNvPr>
          <p:cNvPicPr>
            <a:picLocks noChangeAspect="1"/>
          </p:cNvPicPr>
          <p:nvPr/>
        </p:nvPicPr>
        <p:blipFill>
          <a:blip r:embed="rId2"/>
          <a:stretch>
            <a:fillRect/>
          </a:stretch>
        </p:blipFill>
        <p:spPr>
          <a:xfrm>
            <a:off x="4" y="0"/>
            <a:ext cx="12191996" cy="6938959"/>
          </a:xfrm>
          <a:prstGeom prst="rect">
            <a:avLst/>
          </a:prstGeom>
          <a:noFill/>
          <a:ln cap="flat">
            <a:noFill/>
          </a:ln>
        </p:spPr>
      </p:pic>
      <p:sp>
        <p:nvSpPr>
          <p:cNvPr id="5" name="TextBox 8">
            <a:extLst>
              <a:ext uri="{FF2B5EF4-FFF2-40B4-BE49-F238E27FC236}">
                <a16:creationId xmlns:a16="http://schemas.microsoft.com/office/drawing/2014/main" id="{07A358E5-B72D-0EF2-3659-F80F48C1B2DA}"/>
              </a:ext>
            </a:extLst>
          </p:cNvPr>
          <p:cNvSpPr txBox="1"/>
          <p:nvPr/>
        </p:nvSpPr>
        <p:spPr>
          <a:xfrm>
            <a:off x="5019367" y="599142"/>
            <a:ext cx="2153266" cy="52321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2800" b="1" i="0" u="none" strike="noStrike" kern="1200" cap="none" spc="0" baseline="0" dirty="0">
                <a:solidFill>
                  <a:srgbClr val="000000"/>
                </a:solidFill>
                <a:uFillTx/>
                <a:latin typeface="Times New Roman" pitchFamily="18"/>
                <a:cs typeface="Times New Roman" pitchFamily="18"/>
              </a:rPr>
              <a:t>References</a:t>
            </a:r>
          </a:p>
        </p:txBody>
      </p:sp>
      <p:sp>
        <p:nvSpPr>
          <p:cNvPr id="7" name="TextBox 6">
            <a:extLst>
              <a:ext uri="{FF2B5EF4-FFF2-40B4-BE49-F238E27FC236}">
                <a16:creationId xmlns:a16="http://schemas.microsoft.com/office/drawing/2014/main" id="{C31E47E1-81B9-1B5D-3266-28121C9769DE}"/>
              </a:ext>
            </a:extLst>
          </p:cNvPr>
          <p:cNvSpPr txBox="1"/>
          <p:nvPr/>
        </p:nvSpPr>
        <p:spPr>
          <a:xfrm>
            <a:off x="1523997" y="1551549"/>
            <a:ext cx="6177280" cy="369332"/>
          </a:xfrm>
          <a:prstGeom prst="rect">
            <a:avLst/>
          </a:prstGeom>
          <a:noFill/>
        </p:spPr>
        <p:txBody>
          <a:bodyPr wrap="square">
            <a:spAutoFit/>
          </a:bodyPr>
          <a:lstStyle/>
          <a:p>
            <a:r>
              <a:rPr lang="en-IN" i="1" dirty="0"/>
              <a:t>https://www.kaggle.com/datasets/himadri07/ciciot2023</a:t>
            </a:r>
          </a:p>
        </p:txBody>
      </p:sp>
      <p:sp>
        <p:nvSpPr>
          <p:cNvPr id="9" name="TextBox 8">
            <a:extLst>
              <a:ext uri="{FF2B5EF4-FFF2-40B4-BE49-F238E27FC236}">
                <a16:creationId xmlns:a16="http://schemas.microsoft.com/office/drawing/2014/main" id="{B92719ED-332F-78AF-E55F-B3A2AA9C364D}"/>
              </a:ext>
            </a:extLst>
          </p:cNvPr>
          <p:cNvSpPr txBox="1"/>
          <p:nvPr/>
        </p:nvSpPr>
        <p:spPr>
          <a:xfrm>
            <a:off x="1523997" y="2012963"/>
            <a:ext cx="6177280" cy="369332"/>
          </a:xfrm>
          <a:prstGeom prst="rect">
            <a:avLst/>
          </a:prstGeom>
          <a:noFill/>
        </p:spPr>
        <p:txBody>
          <a:bodyPr wrap="square">
            <a:spAutoFit/>
          </a:bodyPr>
          <a:lstStyle/>
          <a:p>
            <a:r>
              <a:rPr lang="en-IN" i="1" dirty="0"/>
              <a:t>https://docs.streamlit.io/get-started/installation</a:t>
            </a:r>
          </a:p>
        </p:txBody>
      </p:sp>
      <p:sp>
        <p:nvSpPr>
          <p:cNvPr id="11" name="TextBox 10">
            <a:extLst>
              <a:ext uri="{FF2B5EF4-FFF2-40B4-BE49-F238E27FC236}">
                <a16:creationId xmlns:a16="http://schemas.microsoft.com/office/drawing/2014/main" id="{8CB03FA9-E704-A63E-5906-A76B29880A97}"/>
              </a:ext>
            </a:extLst>
          </p:cNvPr>
          <p:cNvSpPr txBox="1"/>
          <p:nvPr/>
        </p:nvSpPr>
        <p:spPr>
          <a:xfrm>
            <a:off x="1523997" y="2474377"/>
            <a:ext cx="6177280" cy="369332"/>
          </a:xfrm>
          <a:prstGeom prst="rect">
            <a:avLst/>
          </a:prstGeom>
          <a:noFill/>
        </p:spPr>
        <p:txBody>
          <a:bodyPr wrap="square">
            <a:spAutoFit/>
          </a:bodyPr>
          <a:lstStyle/>
          <a:p>
            <a:r>
              <a:rPr lang="en-IN" i="1" dirty="0"/>
              <a:t>https://gymnasium.farama.org/</a:t>
            </a:r>
          </a:p>
        </p:txBody>
      </p:sp>
      <p:sp>
        <p:nvSpPr>
          <p:cNvPr id="15" name="TextBox 14">
            <a:extLst>
              <a:ext uri="{FF2B5EF4-FFF2-40B4-BE49-F238E27FC236}">
                <a16:creationId xmlns:a16="http://schemas.microsoft.com/office/drawing/2014/main" id="{0BD99F86-BCF7-A03C-3C83-BBD3C3BABA9A}"/>
              </a:ext>
            </a:extLst>
          </p:cNvPr>
          <p:cNvSpPr txBox="1"/>
          <p:nvPr/>
        </p:nvSpPr>
        <p:spPr>
          <a:xfrm>
            <a:off x="1523997" y="2935791"/>
            <a:ext cx="6177280" cy="369332"/>
          </a:xfrm>
          <a:prstGeom prst="rect">
            <a:avLst/>
          </a:prstGeom>
          <a:noFill/>
        </p:spPr>
        <p:txBody>
          <a:bodyPr wrap="square">
            <a:spAutoFit/>
          </a:bodyPr>
          <a:lstStyle/>
          <a:p>
            <a:r>
              <a:rPr lang="en-IN" i="1" dirty="0"/>
              <a:t>https://stable-baselines3.readthedocs.io/en/master/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3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D08FC-924F-0135-BC05-631B50E6A276}"/>
              </a:ext>
            </a:extLst>
          </p:cNvPr>
          <p:cNvSpPr txBox="1">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A915C-CA1F-C77C-8957-E19B73E0A802}"/>
              </a:ext>
            </a:extLst>
          </p:cNvPr>
          <p:cNvSpPr txBox="1">
            <a:spLocks noGrp="1"/>
          </p:cNvSpPr>
          <p:nvPr>
            <p:ph type="subTitle" idx="1"/>
          </p:nvPr>
        </p:nvSpPr>
        <p:spPr/>
        <p:txBody>
          <a:bodyPr/>
          <a:lstStyle/>
          <a:p>
            <a:endParaRPr lang="en-IN"/>
          </a:p>
        </p:txBody>
      </p:sp>
      <p:pic>
        <p:nvPicPr>
          <p:cNvPr id="4" name="Picture 4">
            <a:extLst>
              <a:ext uri="{FF2B5EF4-FFF2-40B4-BE49-F238E27FC236}">
                <a16:creationId xmlns:a16="http://schemas.microsoft.com/office/drawing/2014/main" id="{D2326B4B-6561-6B17-BB76-963BF85D29DD}"/>
              </a:ext>
            </a:extLst>
          </p:cNvPr>
          <p:cNvPicPr>
            <a:picLocks noChangeAspect="1"/>
          </p:cNvPicPr>
          <p:nvPr/>
        </p:nvPicPr>
        <p:blipFill>
          <a:blip r:embed="rId2"/>
          <a:stretch>
            <a:fillRect/>
          </a:stretch>
        </p:blipFill>
        <p:spPr>
          <a:xfrm>
            <a:off x="0" y="0"/>
            <a:ext cx="12191996" cy="6858000"/>
          </a:xfrm>
          <a:prstGeom prst="rect">
            <a:avLst/>
          </a:prstGeom>
          <a:noFill/>
          <a:ln cap="flat">
            <a:noFill/>
          </a:ln>
        </p:spPr>
      </p:pic>
      <p:sp>
        <p:nvSpPr>
          <p:cNvPr id="5" name="TextBox 5">
            <a:extLst>
              <a:ext uri="{FF2B5EF4-FFF2-40B4-BE49-F238E27FC236}">
                <a16:creationId xmlns:a16="http://schemas.microsoft.com/office/drawing/2014/main" id="{4E715950-D895-6B50-93B9-9AC7E62B9E70}"/>
              </a:ext>
            </a:extLst>
          </p:cNvPr>
          <p:cNvSpPr txBox="1"/>
          <p:nvPr/>
        </p:nvSpPr>
        <p:spPr>
          <a:xfrm>
            <a:off x="2861185" y="2154747"/>
            <a:ext cx="9478295" cy="156965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600" b="1" i="0" u="none" strike="noStrike" kern="1200" cap="none" spc="0" baseline="0">
                <a:solidFill>
                  <a:srgbClr val="000000"/>
                </a:solidFill>
                <a:uFillTx/>
                <a:latin typeface="Times New Roman Bold"/>
                <a:ea typeface="Times New Roman Bold"/>
                <a:cs typeface="Times New Roman Bold"/>
              </a:rPr>
              <a:t>Thank You!</a:t>
            </a:r>
            <a:endParaRPr lang="en-IN" sz="1800" b="0" i="0" u="none" strike="noStrike" kern="1200" cap="none" spc="0" baseline="0">
              <a:solidFill>
                <a:srgbClr val="000000"/>
              </a:solidFill>
              <a:uFillTx/>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1303</Words>
  <Application>Microsoft Office PowerPoint</Application>
  <PresentationFormat>Widescreen</PresentationFormat>
  <Paragraphs>203</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Kalash Singh</dc:creator>
  <cp:lastModifiedBy>Kalash Singh</cp:lastModifiedBy>
  <cp:revision>3</cp:revision>
  <dcterms:modified xsi:type="dcterms:W3CDTF">2026-09-11T04:29:27Z</dcterms:modified>
</cp:coreProperties>
</file>